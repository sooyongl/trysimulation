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0" autoAdjust="0"/>
    <p:restoredTop sz="94660"/>
  </p:normalViewPr>
  <p:slideViewPr>
    <p:cSldViewPr snapToGrid="0">
      <p:cViewPr varScale="1">
        <p:scale>
          <a:sx n="91" d="100"/>
          <a:sy n="91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400D8-7807-48FF-9EB2-8A5C8A8E5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A09208-7F77-4725-BDCE-9923D0EC2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E75105-46BF-4E9E-8089-0D553949D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220054-F5FD-401D-BE21-010BC5E4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7727C4-B3FA-4B59-8294-0329CAB7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74B35-A372-4B65-A38D-1EDBE870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589C2-A5FD-4124-9D19-229F795D2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D42AE-202D-4F95-8928-212735B7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B99624-96F6-4DFA-96D5-103F2ABD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F914D3-A94F-42AE-A7E3-52FE2458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46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92AD0-6BB4-4A7E-BBD8-5139B3A7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A16DA2-B774-4D16-B7A6-5BF610FC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7C780-B45F-4155-ABDF-FC19510B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85C9DF-3D1C-4730-95A9-3313250B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40241-C8C2-429A-A1F9-4AB092B4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51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C7EF9-8FCB-4976-AB4F-BF7E5C40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25167-B6A3-4AF2-94DC-FD4C7D279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9F7C0-A507-4989-B298-04291CA4C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BB6370-AF9D-4A49-BB71-579563B3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13B76A-2BB8-4DF4-8824-45236742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EE6AC-7071-4EEB-BBB6-01B22A75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48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798B2-4BB1-48DD-BC99-A79A1459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20D84-4BCB-4B18-93EF-EEEF8E0FA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BF6D4D-78B5-4C21-8CD2-AC18DE098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9EC042-242D-44FB-A108-99F62ADF7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E9E4EF-541A-44C3-9205-E08BE786B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07CED4-7796-49DE-A156-38E48EFC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84B1A-7E41-4E87-BFB3-761F6AFE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7E13E7-CD06-4C34-BC05-5ADFE1D5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33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50FC1-756F-4AF6-A04D-E360DF06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39C71A-DF60-4282-AEA2-F2FDB122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584E43-6A51-4E97-A32A-0E841D65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8FE580-DCA6-4033-B03A-43E45F8A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13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527F11-14A3-40B9-967D-7AAC04B0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57A71C-6ABA-4758-8F96-27C00C2F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F93923-C02C-4B9D-8294-6417CFBD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48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CE39D-D93F-41FF-8B80-CE2D02E0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10519-6975-402F-83C7-21A021CDF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EA78C7-5E12-475D-AE5C-0B3CAED99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1D8F9F-4CBB-4A21-9BD4-969CC894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D0013A-DDDE-4D14-A362-5A2E59D8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1140DE-11D5-4043-B648-CB7F7A99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57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602BE-E277-484A-9EFA-686FBEF5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D72185-9BDC-46D2-B105-FD6BB0288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E4ED6E-3750-4428-AF28-5B8C273A8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36BF18-76DE-4389-9EB2-BA099C7D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836B6-D22A-47D5-8BD9-438BD635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1A9200-C945-42C7-BD4D-669E0BFE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83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A11FD-D9F4-4408-9B1E-62F2D633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34FDAD-31FD-4F5B-B4DC-96996D2DE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35A67F-478A-4EDC-98D3-7382E7EE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743E9-B51A-4435-981E-729DCABA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C4B5C-334B-4EB1-BF79-2E8774F4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01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D5179A-76BA-4210-BA0D-567FFF63A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3D95E2-5EC2-47EB-8BF0-AC76D05AA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F30C86-6BAC-4FE7-BA17-A4147ADE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7C9188-CF19-4697-A77C-DBFAA8AC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E3382B-1FE5-4D19-9FE8-D2D342C0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79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CFD482-6985-47CB-9453-DE911D2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621083-BB64-4DC2-9DE5-BC9DA4964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A30762-8DE3-46D0-9E84-949B1D592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15007-E9BC-4B03-AB57-D9F0428BD819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3B99FB-9261-45CE-9280-C9A23480D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371E4-91C8-4BCD-9D1F-EDA9642E8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66221-0246-4C5D-9A51-810ECBCAF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51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839806" y="951225"/>
            <a:ext cx="6932594" cy="3454386"/>
            <a:chOff x="839806" y="951225"/>
            <a:chExt cx="6932594" cy="3454386"/>
          </a:xfrm>
        </p:grpSpPr>
        <p:grpSp>
          <p:nvGrpSpPr>
            <p:cNvPr id="14" name="그룹 13"/>
            <p:cNvGrpSpPr/>
            <p:nvPr/>
          </p:nvGrpSpPr>
          <p:grpSpPr>
            <a:xfrm>
              <a:off x="839806" y="1137659"/>
              <a:ext cx="6150899" cy="3267952"/>
              <a:chOff x="839806" y="1137659"/>
              <a:chExt cx="6150899" cy="3267952"/>
            </a:xfrm>
          </p:grpSpPr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06100BB1-F8F1-42EA-BA21-E03D226CC5B2}"/>
                  </a:ext>
                </a:extLst>
              </p:cNvPr>
              <p:cNvGrpSpPr/>
              <p:nvPr/>
            </p:nvGrpSpPr>
            <p:grpSpPr>
              <a:xfrm rot="10800000">
                <a:off x="3702027" y="3255728"/>
                <a:ext cx="801763" cy="706582"/>
                <a:chOff x="2092710" y="2296307"/>
                <a:chExt cx="995059" cy="706582"/>
              </a:xfrm>
            </p:grpSpPr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74BE5F6-BA58-46E9-8DD0-0F838A6CB3F9}"/>
                    </a:ext>
                  </a:extLst>
                </p:cNvPr>
                <p:cNvSpPr/>
                <p:nvPr/>
              </p:nvSpPr>
              <p:spPr>
                <a:xfrm>
                  <a:off x="2102117" y="2296307"/>
                  <a:ext cx="985652" cy="70658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B096E27-BBC0-4421-9293-7E9B486BC845}"/>
                    </a:ext>
                  </a:extLst>
                </p:cNvPr>
                <p:cNvSpPr txBox="1"/>
                <p:nvPr/>
              </p:nvSpPr>
              <p:spPr>
                <a:xfrm rot="10800000">
                  <a:off x="2092710" y="2480320"/>
                  <a:ext cx="9780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F2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2D96E2AB-32EB-43CC-A0D9-2EBAFED5BABB}"/>
                  </a:ext>
                </a:extLst>
              </p:cNvPr>
              <p:cNvGrpSpPr/>
              <p:nvPr/>
            </p:nvGrpSpPr>
            <p:grpSpPr>
              <a:xfrm rot="10800000">
                <a:off x="4537569" y="1746275"/>
                <a:ext cx="545403" cy="611580"/>
                <a:chOff x="1728353" y="3850575"/>
                <a:chExt cx="676894" cy="611580"/>
              </a:xfrm>
            </p:grpSpPr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DCB22EB-5739-42BD-BC9B-32DC5A7985E3}"/>
                    </a:ext>
                  </a:extLst>
                </p:cNvPr>
                <p:cNvSpPr txBox="1"/>
                <p:nvPr/>
              </p:nvSpPr>
              <p:spPr>
                <a:xfrm rot="10800000">
                  <a:off x="1801741" y="3998774"/>
                  <a:ext cx="5374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X6</a:t>
                  </a:r>
                  <a:endPara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98D7B896-38F3-4997-B29E-01869A8F89B3}"/>
                    </a:ext>
                  </a:extLst>
                </p:cNvPr>
                <p:cNvSpPr/>
                <p:nvPr/>
              </p:nvSpPr>
              <p:spPr>
                <a:xfrm>
                  <a:off x="1728353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</p:grpSp>
          <p:grpSp>
            <p:nvGrpSpPr>
              <p:cNvPr id="93" name="그룹 92">
                <a:extLst>
                  <a:ext uri="{FF2B5EF4-FFF2-40B4-BE49-F238E27FC236}">
                    <a16:creationId xmlns:a16="http://schemas.microsoft.com/office/drawing/2014/main" id="{3777A1F1-600D-4C17-8F6B-FBAC4C3124A6}"/>
                  </a:ext>
                </a:extLst>
              </p:cNvPr>
              <p:cNvGrpSpPr/>
              <p:nvPr/>
            </p:nvGrpSpPr>
            <p:grpSpPr>
              <a:xfrm rot="10800000">
                <a:off x="1481289" y="3200785"/>
                <a:ext cx="853647" cy="706582"/>
                <a:chOff x="2712170" y="2378954"/>
                <a:chExt cx="1059452" cy="706582"/>
              </a:xfrm>
            </p:grpSpPr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>
                  <a:off x="2785970" y="2378954"/>
                  <a:ext cx="985652" cy="70658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7F45BF0-DCEB-471D-9572-ECDAB9C780AA}"/>
                    </a:ext>
                  </a:extLst>
                </p:cNvPr>
                <p:cNvSpPr txBox="1"/>
                <p:nvPr/>
              </p:nvSpPr>
              <p:spPr>
                <a:xfrm rot="10800000">
                  <a:off x="2712170" y="2525031"/>
                  <a:ext cx="10363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F1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CA8A9730-0AE3-4CD3-A5B7-57A8021F06FC}"/>
                  </a:ext>
                </a:extLst>
              </p:cNvPr>
              <p:cNvGrpSpPr/>
              <p:nvPr/>
            </p:nvGrpSpPr>
            <p:grpSpPr>
              <a:xfrm rot="10800000">
                <a:off x="1581307" y="1743305"/>
                <a:ext cx="545403" cy="611580"/>
                <a:chOff x="5397336" y="3853545"/>
                <a:chExt cx="676894" cy="611580"/>
              </a:xfrm>
            </p:grpSpPr>
            <p:sp>
              <p:nvSpPr>
                <p:cNvPr id="100" name="직사각형 99">
                  <a:extLst>
                    <a:ext uri="{FF2B5EF4-FFF2-40B4-BE49-F238E27FC236}">
                      <a16:creationId xmlns:a16="http://schemas.microsoft.com/office/drawing/2014/main" id="{C7B80802-7DAE-4ED1-936B-363B1EE6CB7A}"/>
                    </a:ext>
                  </a:extLst>
                </p:cNvPr>
                <p:cNvSpPr/>
                <p:nvPr/>
              </p:nvSpPr>
              <p:spPr>
                <a:xfrm>
                  <a:off x="5397336" y="385354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5D64ED1-BBBD-4C04-8E25-FADB2C373F61}"/>
                    </a:ext>
                  </a:extLst>
                </p:cNvPr>
                <p:cNvSpPr txBox="1"/>
                <p:nvPr/>
              </p:nvSpPr>
              <p:spPr>
                <a:xfrm rot="10800000">
                  <a:off x="5460085" y="3994594"/>
                  <a:ext cx="5374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X2</a:t>
                  </a:r>
                  <a:endPara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7D4B10D0-3A12-4B87-9534-DF46FB192F3A}"/>
                  </a:ext>
                </a:extLst>
              </p:cNvPr>
              <p:cNvGrpSpPr/>
              <p:nvPr/>
            </p:nvGrpSpPr>
            <p:grpSpPr>
              <a:xfrm rot="10800000">
                <a:off x="2301506" y="1746275"/>
                <a:ext cx="545403" cy="611580"/>
                <a:chOff x="4503506" y="3850575"/>
                <a:chExt cx="676894" cy="611580"/>
              </a:xfrm>
            </p:grpSpPr>
            <p:sp>
              <p:nvSpPr>
                <p:cNvPr id="103" name="직사각형 102">
                  <a:extLst>
                    <a:ext uri="{FF2B5EF4-FFF2-40B4-BE49-F238E27FC236}">
                      <a16:creationId xmlns:a16="http://schemas.microsoft.com/office/drawing/2014/main" id="{5031914E-32F0-46AE-99F9-538FFDF193C4}"/>
                    </a:ext>
                  </a:extLst>
                </p:cNvPr>
                <p:cNvSpPr/>
                <p:nvPr/>
              </p:nvSpPr>
              <p:spPr>
                <a:xfrm>
                  <a:off x="4503506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828D2B9-1481-48A8-8B70-2EC6D7345F20}"/>
                    </a:ext>
                  </a:extLst>
                </p:cNvPr>
                <p:cNvSpPr txBox="1"/>
                <p:nvPr/>
              </p:nvSpPr>
              <p:spPr>
                <a:xfrm rot="10800000">
                  <a:off x="4573235" y="3990058"/>
                  <a:ext cx="5374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X3</a:t>
                  </a:r>
                  <a:endPara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EDB6E3E3-BFC0-4D65-AADD-E63BBB5704AF}"/>
                  </a:ext>
                </a:extLst>
              </p:cNvPr>
              <p:cNvGrpSpPr/>
              <p:nvPr/>
            </p:nvGrpSpPr>
            <p:grpSpPr>
              <a:xfrm rot="10800000">
                <a:off x="3059638" y="1746275"/>
                <a:ext cx="545403" cy="611580"/>
                <a:chOff x="3562596" y="3850575"/>
                <a:chExt cx="676894" cy="611580"/>
              </a:xfrm>
            </p:grpSpPr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9866E6B1-4B1A-4D25-A822-AF1171CF3188}"/>
                    </a:ext>
                  </a:extLst>
                </p:cNvPr>
                <p:cNvSpPr/>
                <p:nvPr/>
              </p:nvSpPr>
              <p:spPr>
                <a:xfrm>
                  <a:off x="3562596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CF3453A9-A95A-4B8C-B9E0-BACB70DF2AD0}"/>
                    </a:ext>
                  </a:extLst>
                </p:cNvPr>
                <p:cNvSpPr txBox="1"/>
                <p:nvPr/>
              </p:nvSpPr>
              <p:spPr>
                <a:xfrm rot="10800000">
                  <a:off x="3632325" y="3998774"/>
                  <a:ext cx="5374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X4</a:t>
                  </a:r>
                  <a:endPara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2EA3E217-9B6F-4A89-97E5-6E77F3B5C345}"/>
                  </a:ext>
                </a:extLst>
              </p:cNvPr>
              <p:cNvGrpSpPr/>
              <p:nvPr/>
            </p:nvGrpSpPr>
            <p:grpSpPr>
              <a:xfrm rot="10800000">
                <a:off x="3798804" y="1746275"/>
                <a:ext cx="545403" cy="611580"/>
                <a:chOff x="2645226" y="3850575"/>
                <a:chExt cx="676894" cy="611580"/>
              </a:xfrm>
            </p:grpSpPr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EE284EAF-8A29-4833-96E5-C519AAA1C54D}"/>
                    </a:ext>
                  </a:extLst>
                </p:cNvPr>
                <p:cNvSpPr/>
                <p:nvPr/>
              </p:nvSpPr>
              <p:spPr>
                <a:xfrm>
                  <a:off x="2645226" y="385057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7F58FCC3-DC37-4AF4-BA46-D3CBFEE8D25C}"/>
                    </a:ext>
                  </a:extLst>
                </p:cNvPr>
                <p:cNvSpPr txBox="1"/>
                <p:nvPr/>
              </p:nvSpPr>
              <p:spPr>
                <a:xfrm rot="10800000">
                  <a:off x="2724822" y="3994594"/>
                  <a:ext cx="5374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X5</a:t>
                  </a:r>
                  <a:endPara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B2CBDA0E-CD0C-4ABE-8E67-735CC805948E}"/>
                  </a:ext>
                </a:extLst>
              </p:cNvPr>
              <p:cNvGrpSpPr/>
              <p:nvPr/>
            </p:nvGrpSpPr>
            <p:grpSpPr>
              <a:xfrm rot="10800000">
                <a:off x="839806" y="1738769"/>
                <a:ext cx="566706" cy="611580"/>
                <a:chOff x="6291166" y="3858081"/>
                <a:chExt cx="703333" cy="611580"/>
              </a:xfrm>
            </p:grpSpPr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E708AB48-05D7-4B94-9FA1-5273E6D14FF3}"/>
                    </a:ext>
                  </a:extLst>
                </p:cNvPr>
                <p:cNvSpPr/>
                <p:nvPr/>
              </p:nvSpPr>
              <p:spPr>
                <a:xfrm>
                  <a:off x="6291166" y="3858081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6848DE7-6B40-411F-9374-C45A37BF4EED}"/>
                    </a:ext>
                  </a:extLst>
                </p:cNvPr>
                <p:cNvSpPr txBox="1"/>
                <p:nvPr/>
              </p:nvSpPr>
              <p:spPr>
                <a:xfrm rot="10800000">
                  <a:off x="6295902" y="3990058"/>
                  <a:ext cx="6985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X1</a:t>
                  </a:r>
                  <a:endPara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24" name="직선 화살표 연결선 123">
                <a:extLst>
                  <a:ext uri="{FF2B5EF4-FFF2-40B4-BE49-F238E27FC236}">
                    <a16:creationId xmlns:a16="http://schemas.microsoft.com/office/drawing/2014/main" id="{E456C1F5-D96D-4257-8776-81348D5FE57C}"/>
                  </a:ext>
                </a:extLst>
              </p:cNvPr>
              <p:cNvCxnSpPr>
                <a:cxnSpLocks/>
                <a:stCxn id="85" idx="4"/>
                <a:endCxn id="92" idx="0"/>
              </p:cNvCxnSpPr>
              <p:nvPr/>
            </p:nvCxnSpPr>
            <p:spPr>
              <a:xfrm flipV="1">
                <a:off x="4099119" y="2357855"/>
                <a:ext cx="711151" cy="89787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화살표 연결선 124">
                <a:extLst>
                  <a:ext uri="{FF2B5EF4-FFF2-40B4-BE49-F238E27FC236}">
                    <a16:creationId xmlns:a16="http://schemas.microsoft.com/office/drawing/2014/main" id="{25F4BE7A-2664-42A1-87D4-A652E852D6E6}"/>
                  </a:ext>
                </a:extLst>
              </p:cNvPr>
              <p:cNvCxnSpPr>
                <a:stCxn id="85" idx="4"/>
                <a:endCxn id="109" idx="0"/>
              </p:cNvCxnSpPr>
              <p:nvPr/>
            </p:nvCxnSpPr>
            <p:spPr>
              <a:xfrm flipH="1" flipV="1">
                <a:off x="4071505" y="2357855"/>
                <a:ext cx="27614" cy="89787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직선 화살표 연결선 125">
                <a:extLst>
                  <a:ext uri="{FF2B5EF4-FFF2-40B4-BE49-F238E27FC236}">
                    <a16:creationId xmlns:a16="http://schemas.microsoft.com/office/drawing/2014/main" id="{5A599365-1C50-4EA2-82CA-A07E1FE2088E}"/>
                  </a:ext>
                </a:extLst>
              </p:cNvPr>
              <p:cNvCxnSpPr>
                <a:stCxn id="85" idx="4"/>
                <a:endCxn id="106" idx="0"/>
              </p:cNvCxnSpPr>
              <p:nvPr/>
            </p:nvCxnSpPr>
            <p:spPr>
              <a:xfrm flipH="1" flipV="1">
                <a:off x="3332339" y="2357855"/>
                <a:ext cx="766780" cy="89787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화살표 연결선 139">
                <a:extLst>
                  <a:ext uri="{FF2B5EF4-FFF2-40B4-BE49-F238E27FC236}">
                    <a16:creationId xmlns:a16="http://schemas.microsoft.com/office/drawing/2014/main" id="{3979D926-CBFB-4EE7-B82C-D51A6977AF70}"/>
                  </a:ext>
                </a:extLst>
              </p:cNvPr>
              <p:cNvCxnSpPr>
                <a:stCxn id="94" idx="4"/>
                <a:endCxn id="103" idx="0"/>
              </p:cNvCxnSpPr>
              <p:nvPr/>
            </p:nvCxnSpPr>
            <p:spPr>
              <a:xfrm flipV="1">
                <a:off x="1878380" y="2357855"/>
                <a:ext cx="695827" cy="842930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화살표 연결선 140">
                <a:extLst>
                  <a:ext uri="{FF2B5EF4-FFF2-40B4-BE49-F238E27FC236}">
                    <a16:creationId xmlns:a16="http://schemas.microsoft.com/office/drawing/2014/main" id="{5B4FF73A-D815-405F-861C-2E6ACCC93FA9}"/>
                  </a:ext>
                </a:extLst>
              </p:cNvPr>
              <p:cNvCxnSpPr>
                <a:stCxn id="94" idx="4"/>
                <a:endCxn id="100" idx="0"/>
              </p:cNvCxnSpPr>
              <p:nvPr/>
            </p:nvCxnSpPr>
            <p:spPr>
              <a:xfrm flipH="1" flipV="1">
                <a:off x="1854008" y="2354885"/>
                <a:ext cx="24372" cy="845900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화살표 연결선 141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stCxn id="94" idx="4"/>
                <a:endCxn id="112" idx="0"/>
              </p:cNvCxnSpPr>
              <p:nvPr/>
            </p:nvCxnSpPr>
            <p:spPr>
              <a:xfrm flipH="1" flipV="1">
                <a:off x="1133810" y="2350349"/>
                <a:ext cx="744570" cy="850436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2910632" y="3808162"/>
                <a:ext cx="42170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1771368" y="2820506"/>
                <a:ext cx="7811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1474663" y="2806791"/>
                <a:ext cx="7811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원호 11">
                <a:extLst>
                  <a:ext uri="{FF2B5EF4-FFF2-40B4-BE49-F238E27FC236}">
                    <a16:creationId xmlns:a16="http://schemas.microsoft.com/office/drawing/2014/main" id="{ECD6478B-1E93-4063-9575-06FD9CF6700E}"/>
                  </a:ext>
                </a:extLst>
              </p:cNvPr>
              <p:cNvSpPr/>
              <p:nvPr/>
            </p:nvSpPr>
            <p:spPr>
              <a:xfrm rot="7538846">
                <a:off x="2388525" y="3178060"/>
                <a:ext cx="1063704" cy="1391398"/>
              </a:xfrm>
              <a:custGeom>
                <a:avLst/>
                <a:gdLst>
                  <a:gd name="connsiteX0" fmla="*/ 1574157 w 3148314"/>
                  <a:gd name="connsiteY0" fmla="*/ 0 h 4218387"/>
                  <a:gd name="connsiteX1" fmla="*/ 3148314 w 3148314"/>
                  <a:gd name="connsiteY1" fmla="*/ 2109194 h 4218387"/>
                  <a:gd name="connsiteX2" fmla="*/ 1574157 w 3148314"/>
                  <a:gd name="connsiteY2" fmla="*/ 2109194 h 4218387"/>
                  <a:gd name="connsiteX3" fmla="*/ 1574157 w 3148314"/>
                  <a:gd name="connsiteY3" fmla="*/ 0 h 4218387"/>
                  <a:gd name="connsiteX0" fmla="*/ 1574157 w 3148314"/>
                  <a:gd name="connsiteY0" fmla="*/ 0 h 4218387"/>
                  <a:gd name="connsiteX1" fmla="*/ 3148314 w 3148314"/>
                  <a:gd name="connsiteY1" fmla="*/ 2109194 h 4218387"/>
                  <a:gd name="connsiteX0" fmla="*/ 0 w 1574157"/>
                  <a:gd name="connsiteY0" fmla="*/ 15720 h 2124914"/>
                  <a:gd name="connsiteX1" fmla="*/ 1574157 w 1574157"/>
                  <a:gd name="connsiteY1" fmla="*/ 2124914 h 2124914"/>
                  <a:gd name="connsiteX2" fmla="*/ 0 w 1574157"/>
                  <a:gd name="connsiteY2" fmla="*/ 2124914 h 2124914"/>
                  <a:gd name="connsiteX3" fmla="*/ 0 w 1574157"/>
                  <a:gd name="connsiteY3" fmla="*/ 15720 h 2124914"/>
                  <a:gd name="connsiteX0" fmla="*/ 0 w 1574157"/>
                  <a:gd name="connsiteY0" fmla="*/ 15720 h 2124914"/>
                  <a:gd name="connsiteX1" fmla="*/ 312517 w 1574157"/>
                  <a:gd name="connsiteY1" fmla="*/ 9348 h 2124914"/>
                  <a:gd name="connsiteX2" fmla="*/ 1574157 w 1574157"/>
                  <a:gd name="connsiteY2" fmla="*/ 2124914 h 2124914"/>
                  <a:gd name="connsiteX0" fmla="*/ 0 w 1574157"/>
                  <a:gd name="connsiteY0" fmla="*/ 42974 h 2152168"/>
                  <a:gd name="connsiteX1" fmla="*/ 1574157 w 1574157"/>
                  <a:gd name="connsiteY1" fmla="*/ 2152168 h 2152168"/>
                  <a:gd name="connsiteX2" fmla="*/ 0 w 1574157"/>
                  <a:gd name="connsiteY2" fmla="*/ 2152168 h 2152168"/>
                  <a:gd name="connsiteX3" fmla="*/ 0 w 1574157"/>
                  <a:gd name="connsiteY3" fmla="*/ 42974 h 2152168"/>
                  <a:gd name="connsiteX0" fmla="*/ 0 w 1574157"/>
                  <a:gd name="connsiteY0" fmla="*/ 42974 h 2152168"/>
                  <a:gd name="connsiteX1" fmla="*/ 312517 w 1574157"/>
                  <a:gd name="connsiteY1" fmla="*/ 36602 h 2152168"/>
                  <a:gd name="connsiteX2" fmla="*/ 1574157 w 1574157"/>
                  <a:gd name="connsiteY2" fmla="*/ 2152168 h 2152168"/>
                  <a:gd name="connsiteX0" fmla="*/ 0 w 1789550"/>
                  <a:gd name="connsiteY0" fmla="*/ 42974 h 2171120"/>
                  <a:gd name="connsiteX1" fmla="*/ 1574157 w 1789550"/>
                  <a:gd name="connsiteY1" fmla="*/ 2152168 h 2171120"/>
                  <a:gd name="connsiteX2" fmla="*/ 0 w 1789550"/>
                  <a:gd name="connsiteY2" fmla="*/ 2152168 h 2171120"/>
                  <a:gd name="connsiteX3" fmla="*/ 0 w 1789550"/>
                  <a:gd name="connsiteY3" fmla="*/ 42974 h 2171120"/>
                  <a:gd name="connsiteX0" fmla="*/ 0 w 1789550"/>
                  <a:gd name="connsiteY0" fmla="*/ 42974 h 2171120"/>
                  <a:gd name="connsiteX1" fmla="*/ 312517 w 1789550"/>
                  <a:gd name="connsiteY1" fmla="*/ 36602 h 2171120"/>
                  <a:gd name="connsiteX2" fmla="*/ 1724628 w 1789550"/>
                  <a:gd name="connsiteY2" fmla="*/ 1981148 h 2171120"/>
                  <a:gd name="connsiteX3" fmla="*/ 1574157 w 1789550"/>
                  <a:gd name="connsiteY3" fmla="*/ 2152168 h 2171120"/>
                  <a:gd name="connsiteX0" fmla="*/ 0 w 1730253"/>
                  <a:gd name="connsiteY0" fmla="*/ 42974 h 2152168"/>
                  <a:gd name="connsiteX1" fmla="*/ 1574157 w 1730253"/>
                  <a:gd name="connsiteY1" fmla="*/ 2152168 h 2152168"/>
                  <a:gd name="connsiteX2" fmla="*/ 0 w 1730253"/>
                  <a:gd name="connsiteY2" fmla="*/ 2152168 h 2152168"/>
                  <a:gd name="connsiteX3" fmla="*/ 0 w 1730253"/>
                  <a:gd name="connsiteY3" fmla="*/ 42974 h 2152168"/>
                  <a:gd name="connsiteX0" fmla="*/ 0 w 1730253"/>
                  <a:gd name="connsiteY0" fmla="*/ 42974 h 2152168"/>
                  <a:gd name="connsiteX1" fmla="*/ 312517 w 1730253"/>
                  <a:gd name="connsiteY1" fmla="*/ 36602 h 2152168"/>
                  <a:gd name="connsiteX2" fmla="*/ 1655180 w 1730253"/>
                  <a:gd name="connsiteY2" fmla="*/ 1691781 h 2152168"/>
                  <a:gd name="connsiteX3" fmla="*/ 1574157 w 1730253"/>
                  <a:gd name="connsiteY3" fmla="*/ 2152168 h 2152168"/>
                  <a:gd name="connsiteX0" fmla="*/ 0 w 1662055"/>
                  <a:gd name="connsiteY0" fmla="*/ 42974 h 2152168"/>
                  <a:gd name="connsiteX1" fmla="*/ 1574157 w 1662055"/>
                  <a:gd name="connsiteY1" fmla="*/ 2152168 h 2152168"/>
                  <a:gd name="connsiteX2" fmla="*/ 0 w 1662055"/>
                  <a:gd name="connsiteY2" fmla="*/ 2152168 h 2152168"/>
                  <a:gd name="connsiteX3" fmla="*/ 0 w 1662055"/>
                  <a:gd name="connsiteY3" fmla="*/ 42974 h 2152168"/>
                  <a:gd name="connsiteX0" fmla="*/ 0 w 1662055"/>
                  <a:gd name="connsiteY0" fmla="*/ 42974 h 2152168"/>
                  <a:gd name="connsiteX1" fmla="*/ 312517 w 1662055"/>
                  <a:gd name="connsiteY1" fmla="*/ 36602 h 2152168"/>
                  <a:gd name="connsiteX2" fmla="*/ 1568970 w 1662055"/>
                  <a:gd name="connsiteY2" fmla="*/ 1773146 h 2152168"/>
                  <a:gd name="connsiteX3" fmla="*/ 1574157 w 1662055"/>
                  <a:gd name="connsiteY3" fmla="*/ 2152168 h 2152168"/>
                  <a:gd name="connsiteX0" fmla="*/ 0 w 1662055"/>
                  <a:gd name="connsiteY0" fmla="*/ 28067 h 2137261"/>
                  <a:gd name="connsiteX1" fmla="*/ 1574157 w 1662055"/>
                  <a:gd name="connsiteY1" fmla="*/ 2137261 h 2137261"/>
                  <a:gd name="connsiteX2" fmla="*/ 0 w 1662055"/>
                  <a:gd name="connsiteY2" fmla="*/ 2137261 h 2137261"/>
                  <a:gd name="connsiteX3" fmla="*/ 0 w 1662055"/>
                  <a:gd name="connsiteY3" fmla="*/ 28067 h 2137261"/>
                  <a:gd name="connsiteX0" fmla="*/ 0 w 1662055"/>
                  <a:gd name="connsiteY0" fmla="*/ 28067 h 2137261"/>
                  <a:gd name="connsiteX1" fmla="*/ 291147 w 1662055"/>
                  <a:gd name="connsiteY1" fmla="*/ 40929 h 2137261"/>
                  <a:gd name="connsiteX2" fmla="*/ 1568970 w 1662055"/>
                  <a:gd name="connsiteY2" fmla="*/ 1758239 h 2137261"/>
                  <a:gd name="connsiteX3" fmla="*/ 1574157 w 1662055"/>
                  <a:gd name="connsiteY3" fmla="*/ 2137261 h 2137261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91147 w 1662055"/>
                  <a:gd name="connsiteY1" fmla="*/ 12862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91147 w 1662055"/>
                  <a:gd name="connsiteY1" fmla="*/ 12862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88958 w 1662055"/>
                  <a:gd name="connsiteY1" fmla="*/ 26153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0 h 2109194"/>
                  <a:gd name="connsiteX1" fmla="*/ 1574157 w 1662055"/>
                  <a:gd name="connsiteY1" fmla="*/ 2109194 h 2109194"/>
                  <a:gd name="connsiteX2" fmla="*/ 0 w 1662055"/>
                  <a:gd name="connsiteY2" fmla="*/ 2109194 h 2109194"/>
                  <a:gd name="connsiteX3" fmla="*/ 0 w 1662055"/>
                  <a:gd name="connsiteY3" fmla="*/ 0 h 2109194"/>
                  <a:gd name="connsiteX0" fmla="*/ 0 w 1662055"/>
                  <a:gd name="connsiteY0" fmla="*/ 0 h 2109194"/>
                  <a:gd name="connsiteX1" fmla="*/ 288958 w 1662055"/>
                  <a:gd name="connsiteY1" fmla="*/ 26153 h 2109194"/>
                  <a:gd name="connsiteX2" fmla="*/ 1568970 w 1662055"/>
                  <a:gd name="connsiteY2" fmla="*/ 1730172 h 2109194"/>
                  <a:gd name="connsiteX3" fmla="*/ 1574157 w 1662055"/>
                  <a:gd name="connsiteY3" fmla="*/ 2109194 h 2109194"/>
                  <a:gd name="connsiteX0" fmla="*/ 0 w 1662055"/>
                  <a:gd name="connsiteY0" fmla="*/ 35785 h 2144979"/>
                  <a:gd name="connsiteX1" fmla="*/ 1574157 w 1662055"/>
                  <a:gd name="connsiteY1" fmla="*/ 2144979 h 2144979"/>
                  <a:gd name="connsiteX2" fmla="*/ 0 w 1662055"/>
                  <a:gd name="connsiteY2" fmla="*/ 2144979 h 2144979"/>
                  <a:gd name="connsiteX3" fmla="*/ 0 w 1662055"/>
                  <a:gd name="connsiteY3" fmla="*/ 35785 h 2144979"/>
                  <a:gd name="connsiteX0" fmla="*/ 0 w 1662055"/>
                  <a:gd name="connsiteY0" fmla="*/ 35785 h 2144979"/>
                  <a:gd name="connsiteX1" fmla="*/ 298444 w 1662055"/>
                  <a:gd name="connsiteY1" fmla="*/ 4342 h 2144979"/>
                  <a:gd name="connsiteX2" fmla="*/ 1568970 w 1662055"/>
                  <a:gd name="connsiteY2" fmla="*/ 1765957 h 2144979"/>
                  <a:gd name="connsiteX3" fmla="*/ 1574157 w 1662055"/>
                  <a:gd name="connsiteY3" fmla="*/ 2144979 h 2144979"/>
                  <a:gd name="connsiteX0" fmla="*/ 0 w 1682499"/>
                  <a:gd name="connsiteY0" fmla="*/ 35785 h 2144979"/>
                  <a:gd name="connsiteX1" fmla="*/ 1574157 w 1682499"/>
                  <a:gd name="connsiteY1" fmla="*/ 2144979 h 2144979"/>
                  <a:gd name="connsiteX2" fmla="*/ 0 w 1682499"/>
                  <a:gd name="connsiteY2" fmla="*/ 2144979 h 2144979"/>
                  <a:gd name="connsiteX3" fmla="*/ 0 w 1682499"/>
                  <a:gd name="connsiteY3" fmla="*/ 35785 h 2144979"/>
                  <a:gd name="connsiteX0" fmla="*/ 0 w 1682499"/>
                  <a:gd name="connsiteY0" fmla="*/ 35785 h 2144979"/>
                  <a:gd name="connsiteX1" fmla="*/ 298444 w 1682499"/>
                  <a:gd name="connsiteY1" fmla="*/ 4342 h 2144979"/>
                  <a:gd name="connsiteX2" fmla="*/ 1595893 w 1682499"/>
                  <a:gd name="connsiteY2" fmla="*/ 1754464 h 2144979"/>
                  <a:gd name="connsiteX3" fmla="*/ 1574157 w 1682499"/>
                  <a:gd name="connsiteY3" fmla="*/ 2144979 h 2144979"/>
                  <a:gd name="connsiteX0" fmla="*/ 0 w 1682499"/>
                  <a:gd name="connsiteY0" fmla="*/ 0 h 2109194"/>
                  <a:gd name="connsiteX1" fmla="*/ 1574157 w 1682499"/>
                  <a:gd name="connsiteY1" fmla="*/ 2109194 h 2109194"/>
                  <a:gd name="connsiteX2" fmla="*/ 0 w 1682499"/>
                  <a:gd name="connsiteY2" fmla="*/ 2109194 h 2109194"/>
                  <a:gd name="connsiteX3" fmla="*/ 0 w 1682499"/>
                  <a:gd name="connsiteY3" fmla="*/ 0 h 2109194"/>
                  <a:gd name="connsiteX0" fmla="*/ 0 w 1682499"/>
                  <a:gd name="connsiteY0" fmla="*/ 0 h 2109194"/>
                  <a:gd name="connsiteX1" fmla="*/ 392031 w 1682499"/>
                  <a:gd name="connsiteY1" fmla="*/ 77258 h 2109194"/>
                  <a:gd name="connsiteX2" fmla="*/ 1595893 w 1682499"/>
                  <a:gd name="connsiteY2" fmla="*/ 1718679 h 2109194"/>
                  <a:gd name="connsiteX3" fmla="*/ 1574157 w 1682499"/>
                  <a:gd name="connsiteY3" fmla="*/ 2109194 h 2109194"/>
                  <a:gd name="connsiteX0" fmla="*/ 0 w 1682499"/>
                  <a:gd name="connsiteY0" fmla="*/ 0 h 2109194"/>
                  <a:gd name="connsiteX1" fmla="*/ 1574157 w 1682499"/>
                  <a:gd name="connsiteY1" fmla="*/ 2109194 h 2109194"/>
                  <a:gd name="connsiteX2" fmla="*/ 0 w 1682499"/>
                  <a:gd name="connsiteY2" fmla="*/ 2109194 h 2109194"/>
                  <a:gd name="connsiteX3" fmla="*/ 0 w 1682499"/>
                  <a:gd name="connsiteY3" fmla="*/ 0 h 2109194"/>
                  <a:gd name="connsiteX0" fmla="*/ 0 w 1682499"/>
                  <a:gd name="connsiteY0" fmla="*/ 0 h 2109194"/>
                  <a:gd name="connsiteX1" fmla="*/ 392031 w 1682499"/>
                  <a:gd name="connsiteY1" fmla="*/ 77258 h 2109194"/>
                  <a:gd name="connsiteX2" fmla="*/ 1595893 w 1682499"/>
                  <a:gd name="connsiteY2" fmla="*/ 1718679 h 2109194"/>
                  <a:gd name="connsiteX3" fmla="*/ 1574157 w 1682499"/>
                  <a:gd name="connsiteY3" fmla="*/ 2109194 h 2109194"/>
                  <a:gd name="connsiteX0" fmla="*/ 0 w 1682499"/>
                  <a:gd name="connsiteY0" fmla="*/ 0 h 2109194"/>
                  <a:gd name="connsiteX1" fmla="*/ 1574157 w 1682499"/>
                  <a:gd name="connsiteY1" fmla="*/ 2109194 h 2109194"/>
                  <a:gd name="connsiteX2" fmla="*/ 0 w 1682499"/>
                  <a:gd name="connsiteY2" fmla="*/ 2109194 h 2109194"/>
                  <a:gd name="connsiteX3" fmla="*/ 0 w 1682499"/>
                  <a:gd name="connsiteY3" fmla="*/ 0 h 2109194"/>
                  <a:gd name="connsiteX0" fmla="*/ 0 w 1682499"/>
                  <a:gd name="connsiteY0" fmla="*/ 0 h 2109194"/>
                  <a:gd name="connsiteX1" fmla="*/ 392031 w 1682499"/>
                  <a:gd name="connsiteY1" fmla="*/ 77258 h 2109194"/>
                  <a:gd name="connsiteX2" fmla="*/ 1595893 w 1682499"/>
                  <a:gd name="connsiteY2" fmla="*/ 1718679 h 2109194"/>
                  <a:gd name="connsiteX3" fmla="*/ 1574157 w 1682499"/>
                  <a:gd name="connsiteY3" fmla="*/ 2109194 h 2109194"/>
                  <a:gd name="connsiteX0" fmla="*/ 0 w 1682499"/>
                  <a:gd name="connsiteY0" fmla="*/ 6181 h 2115375"/>
                  <a:gd name="connsiteX1" fmla="*/ 1574157 w 1682499"/>
                  <a:gd name="connsiteY1" fmla="*/ 2115375 h 2115375"/>
                  <a:gd name="connsiteX2" fmla="*/ 0 w 1682499"/>
                  <a:gd name="connsiteY2" fmla="*/ 2115375 h 2115375"/>
                  <a:gd name="connsiteX3" fmla="*/ 0 w 1682499"/>
                  <a:gd name="connsiteY3" fmla="*/ 6181 h 2115375"/>
                  <a:gd name="connsiteX0" fmla="*/ 0 w 1682499"/>
                  <a:gd name="connsiteY0" fmla="*/ 6181 h 2115375"/>
                  <a:gd name="connsiteX1" fmla="*/ 336572 w 1682499"/>
                  <a:gd name="connsiteY1" fmla="*/ 33349 h 2115375"/>
                  <a:gd name="connsiteX2" fmla="*/ 1595893 w 1682499"/>
                  <a:gd name="connsiteY2" fmla="*/ 1724860 h 2115375"/>
                  <a:gd name="connsiteX3" fmla="*/ 1574157 w 1682499"/>
                  <a:gd name="connsiteY3" fmla="*/ 2115375 h 2115375"/>
                  <a:gd name="connsiteX0" fmla="*/ 0 w 1682499"/>
                  <a:gd name="connsiteY0" fmla="*/ 48609 h 2157803"/>
                  <a:gd name="connsiteX1" fmla="*/ 1574157 w 1682499"/>
                  <a:gd name="connsiteY1" fmla="*/ 2157803 h 2157803"/>
                  <a:gd name="connsiteX2" fmla="*/ 0 w 1682499"/>
                  <a:gd name="connsiteY2" fmla="*/ 2157803 h 2157803"/>
                  <a:gd name="connsiteX3" fmla="*/ 0 w 1682499"/>
                  <a:gd name="connsiteY3" fmla="*/ 48609 h 2157803"/>
                  <a:gd name="connsiteX0" fmla="*/ 0 w 1682499"/>
                  <a:gd name="connsiteY0" fmla="*/ 48609 h 2157803"/>
                  <a:gd name="connsiteX1" fmla="*/ 336572 w 1682499"/>
                  <a:gd name="connsiteY1" fmla="*/ 75777 h 2157803"/>
                  <a:gd name="connsiteX2" fmla="*/ 1595893 w 1682499"/>
                  <a:gd name="connsiteY2" fmla="*/ 1767288 h 2157803"/>
                  <a:gd name="connsiteX3" fmla="*/ 1574157 w 1682499"/>
                  <a:gd name="connsiteY3" fmla="*/ 2157803 h 2157803"/>
                  <a:gd name="connsiteX0" fmla="*/ 0 w 1682499"/>
                  <a:gd name="connsiteY0" fmla="*/ 48609 h 2157803"/>
                  <a:gd name="connsiteX1" fmla="*/ 1574157 w 1682499"/>
                  <a:gd name="connsiteY1" fmla="*/ 2157803 h 2157803"/>
                  <a:gd name="connsiteX2" fmla="*/ 0 w 1682499"/>
                  <a:gd name="connsiteY2" fmla="*/ 2157803 h 2157803"/>
                  <a:gd name="connsiteX3" fmla="*/ 0 w 1682499"/>
                  <a:gd name="connsiteY3" fmla="*/ 48609 h 2157803"/>
                  <a:gd name="connsiteX0" fmla="*/ 0 w 1682499"/>
                  <a:gd name="connsiteY0" fmla="*/ 48609 h 2157803"/>
                  <a:gd name="connsiteX1" fmla="*/ 336572 w 1682499"/>
                  <a:gd name="connsiteY1" fmla="*/ 75777 h 2157803"/>
                  <a:gd name="connsiteX2" fmla="*/ 1595893 w 1682499"/>
                  <a:gd name="connsiteY2" fmla="*/ 1767288 h 2157803"/>
                  <a:gd name="connsiteX3" fmla="*/ 1574157 w 1682499"/>
                  <a:gd name="connsiteY3" fmla="*/ 2157803 h 2157803"/>
                  <a:gd name="connsiteX0" fmla="*/ 0 w 1657442"/>
                  <a:gd name="connsiteY0" fmla="*/ 48609 h 2157803"/>
                  <a:gd name="connsiteX1" fmla="*/ 1574157 w 1657442"/>
                  <a:gd name="connsiteY1" fmla="*/ 2157803 h 2157803"/>
                  <a:gd name="connsiteX2" fmla="*/ 0 w 1657442"/>
                  <a:gd name="connsiteY2" fmla="*/ 2157803 h 2157803"/>
                  <a:gd name="connsiteX3" fmla="*/ 0 w 1657442"/>
                  <a:gd name="connsiteY3" fmla="*/ 48609 h 2157803"/>
                  <a:gd name="connsiteX0" fmla="*/ 0 w 1657442"/>
                  <a:gd name="connsiteY0" fmla="*/ 48609 h 2157803"/>
                  <a:gd name="connsiteX1" fmla="*/ 336572 w 1657442"/>
                  <a:gd name="connsiteY1" fmla="*/ 75777 h 2157803"/>
                  <a:gd name="connsiteX2" fmla="*/ 1595893 w 1657442"/>
                  <a:gd name="connsiteY2" fmla="*/ 1767288 h 2157803"/>
                  <a:gd name="connsiteX3" fmla="*/ 1574157 w 1657442"/>
                  <a:gd name="connsiteY3" fmla="*/ 2157803 h 2157803"/>
                  <a:gd name="connsiteX0" fmla="*/ 0 w 1647413"/>
                  <a:gd name="connsiteY0" fmla="*/ 48609 h 2157803"/>
                  <a:gd name="connsiteX1" fmla="*/ 1574157 w 1647413"/>
                  <a:gd name="connsiteY1" fmla="*/ 2157803 h 2157803"/>
                  <a:gd name="connsiteX2" fmla="*/ 0 w 1647413"/>
                  <a:gd name="connsiteY2" fmla="*/ 2157803 h 2157803"/>
                  <a:gd name="connsiteX3" fmla="*/ 0 w 1647413"/>
                  <a:gd name="connsiteY3" fmla="*/ 48609 h 2157803"/>
                  <a:gd name="connsiteX0" fmla="*/ 0 w 1647413"/>
                  <a:gd name="connsiteY0" fmla="*/ 48609 h 2157803"/>
                  <a:gd name="connsiteX1" fmla="*/ 336572 w 1647413"/>
                  <a:gd name="connsiteY1" fmla="*/ 75777 h 2157803"/>
                  <a:gd name="connsiteX2" fmla="*/ 1582993 w 1647413"/>
                  <a:gd name="connsiteY2" fmla="*/ 1776540 h 2157803"/>
                  <a:gd name="connsiteX3" fmla="*/ 1574157 w 1647413"/>
                  <a:gd name="connsiteY3" fmla="*/ 2157803 h 2157803"/>
                  <a:gd name="connsiteX0" fmla="*/ 0 w 1647413"/>
                  <a:gd name="connsiteY0" fmla="*/ 48609 h 2157803"/>
                  <a:gd name="connsiteX1" fmla="*/ 1574157 w 1647413"/>
                  <a:gd name="connsiteY1" fmla="*/ 2157803 h 2157803"/>
                  <a:gd name="connsiteX2" fmla="*/ 0 w 1647413"/>
                  <a:gd name="connsiteY2" fmla="*/ 2157803 h 2157803"/>
                  <a:gd name="connsiteX3" fmla="*/ 0 w 1647413"/>
                  <a:gd name="connsiteY3" fmla="*/ 48609 h 2157803"/>
                  <a:gd name="connsiteX0" fmla="*/ 0 w 1647413"/>
                  <a:gd name="connsiteY0" fmla="*/ 48609 h 2157803"/>
                  <a:gd name="connsiteX1" fmla="*/ 336572 w 1647413"/>
                  <a:gd name="connsiteY1" fmla="*/ 75777 h 2157803"/>
                  <a:gd name="connsiteX2" fmla="*/ 1582993 w 1647413"/>
                  <a:gd name="connsiteY2" fmla="*/ 1776540 h 2157803"/>
                  <a:gd name="connsiteX3" fmla="*/ 1574157 w 1647413"/>
                  <a:gd name="connsiteY3" fmla="*/ 2157803 h 215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7413" h="2157803" stroke="0" extrusionOk="0">
                    <a:moveTo>
                      <a:pt x="0" y="48609"/>
                    </a:moveTo>
                    <a:cubicBezTo>
                      <a:pt x="869383" y="48609"/>
                      <a:pt x="1574157" y="992927"/>
                      <a:pt x="1574157" y="2157803"/>
                    </a:cubicBezTo>
                    <a:lnTo>
                      <a:pt x="0" y="2157803"/>
                    </a:lnTo>
                    <a:lnTo>
                      <a:pt x="0" y="48609"/>
                    </a:lnTo>
                    <a:close/>
                  </a:path>
                  <a:path w="1647413" h="2157803" fill="none">
                    <a:moveTo>
                      <a:pt x="0" y="48609"/>
                    </a:moveTo>
                    <a:cubicBezTo>
                      <a:pt x="96456" y="68767"/>
                      <a:pt x="104921" y="-88636"/>
                      <a:pt x="336572" y="75777"/>
                    </a:cubicBezTo>
                    <a:cubicBezTo>
                      <a:pt x="583919" y="391025"/>
                      <a:pt x="1357239" y="1435048"/>
                      <a:pt x="1582993" y="1776540"/>
                    </a:cubicBezTo>
                    <a:cubicBezTo>
                      <a:pt x="1736505" y="2169843"/>
                      <a:pt x="1566441" y="2077214"/>
                      <a:pt x="1574157" y="2157803"/>
                    </a:cubicBezTo>
                  </a:path>
                </a:pathLst>
              </a:custGeom>
              <a:ln>
                <a:solidFill>
                  <a:schemeClr val="tx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 b="1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2210007" y="2841369"/>
                <a:ext cx="7811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3969847" y="2859089"/>
                <a:ext cx="7811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3673142" y="2845374"/>
                <a:ext cx="7811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4408486" y="2879952"/>
                <a:ext cx="7811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1212823" y="3793034"/>
                <a:ext cx="41800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4476324" y="3830203"/>
                <a:ext cx="41800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" name="그룹 7"/>
              <p:cNvGrpSpPr/>
              <p:nvPr/>
            </p:nvGrpSpPr>
            <p:grpSpPr>
              <a:xfrm>
                <a:off x="954375" y="1149909"/>
                <a:ext cx="371852" cy="330835"/>
                <a:chOff x="840971" y="973721"/>
                <a:chExt cx="371852" cy="330835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</p:grpSp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stCxn id="63" idx="0"/>
                <a:endCxn id="112" idx="2"/>
              </p:cNvCxnSpPr>
              <p:nvPr/>
            </p:nvCxnSpPr>
            <p:spPr>
              <a:xfrm flipH="1">
                <a:off x="1133810" y="148074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8" name="그룹 67"/>
              <p:cNvGrpSpPr/>
              <p:nvPr/>
            </p:nvGrpSpPr>
            <p:grpSpPr>
              <a:xfrm>
                <a:off x="1641724" y="1137659"/>
                <a:ext cx="371852" cy="330835"/>
                <a:chOff x="840971" y="973721"/>
                <a:chExt cx="371852" cy="330835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</p:grpSp>
          <p:cxnSp>
            <p:nvCxnSpPr>
              <p:cNvPr id="71" name="직선 화살표 연결선 70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stCxn id="70" idx="0"/>
              </p:cNvCxnSpPr>
              <p:nvPr/>
            </p:nvCxnSpPr>
            <p:spPr>
              <a:xfrm flipH="1">
                <a:off x="1821159" y="146849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2" name="그룹 71"/>
              <p:cNvGrpSpPr/>
              <p:nvPr/>
            </p:nvGrpSpPr>
            <p:grpSpPr>
              <a:xfrm>
                <a:off x="2366395" y="1158241"/>
                <a:ext cx="371852" cy="330835"/>
                <a:chOff x="840971" y="973721"/>
                <a:chExt cx="371852" cy="330835"/>
              </a:xfrm>
            </p:grpSpPr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</p:grpSp>
          <p:cxnSp>
            <p:nvCxnSpPr>
              <p:cNvPr id="75" name="직선 화살표 연결선 74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stCxn id="74" idx="0"/>
              </p:cNvCxnSpPr>
              <p:nvPr/>
            </p:nvCxnSpPr>
            <p:spPr>
              <a:xfrm flipH="1">
                <a:off x="2545830" y="1489076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6" name="그룹 75"/>
              <p:cNvGrpSpPr/>
              <p:nvPr/>
            </p:nvGrpSpPr>
            <p:grpSpPr>
              <a:xfrm>
                <a:off x="3133732" y="1137659"/>
                <a:ext cx="371852" cy="330835"/>
                <a:chOff x="840971" y="973721"/>
                <a:chExt cx="371852" cy="330835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</p:grpSp>
          <p:cxnSp>
            <p:nvCxnSpPr>
              <p:cNvPr id="80" name="직선 화살표 연결선 79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stCxn id="78" idx="0"/>
              </p:cNvCxnSpPr>
              <p:nvPr/>
            </p:nvCxnSpPr>
            <p:spPr>
              <a:xfrm flipH="1">
                <a:off x="3313167" y="146849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1" name="그룹 80"/>
              <p:cNvGrpSpPr/>
              <p:nvPr/>
            </p:nvGrpSpPr>
            <p:grpSpPr>
              <a:xfrm>
                <a:off x="3877565" y="1146768"/>
                <a:ext cx="371852" cy="330835"/>
                <a:chOff x="840971" y="973721"/>
                <a:chExt cx="371852" cy="330835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타원 82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</p:grpSp>
          <p:cxnSp>
            <p:nvCxnSpPr>
              <p:cNvPr id="87" name="직선 화살표 연결선 86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stCxn id="83" idx="0"/>
              </p:cNvCxnSpPr>
              <p:nvPr/>
            </p:nvCxnSpPr>
            <p:spPr>
              <a:xfrm flipH="1">
                <a:off x="4057000" y="1477603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8" name="그룹 87"/>
              <p:cNvGrpSpPr/>
              <p:nvPr/>
            </p:nvGrpSpPr>
            <p:grpSpPr>
              <a:xfrm>
                <a:off x="4624167" y="1156349"/>
                <a:ext cx="371852" cy="330835"/>
                <a:chOff x="840971" y="973721"/>
                <a:chExt cx="371852" cy="330835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907472" y="1061881"/>
                  <a:ext cx="30535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  <a:endParaRPr lang="ko-KR" alt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1" y="973721"/>
                  <a:ext cx="371852" cy="33083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b="1"/>
                </a:p>
              </p:txBody>
            </p:sp>
          </p:grpSp>
          <p:cxnSp>
            <p:nvCxnSpPr>
              <p:cNvPr id="97" name="직선 화살표 연결선 96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stCxn id="96" idx="0"/>
              </p:cNvCxnSpPr>
              <p:nvPr/>
            </p:nvCxnSpPr>
            <p:spPr>
              <a:xfrm flipH="1">
                <a:off x="4803602" y="1487184"/>
                <a:ext cx="6491" cy="258025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5685383" y="1234928"/>
                    <a:ext cx="37350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l-GR" altLang="ko-K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𝜣</m:t>
                        </m:r>
                      </m:oMath>
                    </a14:m>
                    <a:r>
                      <a:rPr lang="en-US" altLang="ko-KR" sz="2000" b="1" dirty="0"/>
                      <a:t>=</a:t>
                    </a:r>
                    <a:endParaRPr lang="ko-KR" altLang="en-US" sz="2000" b="1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383" y="1234928"/>
                    <a:ext cx="373500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4590" t="-26000" r="-40984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5684387" y="2681248"/>
                    <a:ext cx="520078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l-GR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𝜦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ko-KR" altLang="en-US" sz="2000" b="1" dirty="0"/>
                  </a:p>
                </p:txBody>
              </p:sp>
            </mc:Choice>
            <mc:Fallback xmlns="">
              <p:sp>
                <p:nvSpPr>
                  <p:cNvPr id="98" name="TextBox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4387" y="2681248"/>
                    <a:ext cx="520078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977" r="-1163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/>
                  <p:cNvSpPr txBox="1"/>
                  <p:nvPr/>
                </p:nvSpPr>
                <p:spPr>
                  <a:xfrm>
                    <a:off x="5742186" y="3809073"/>
                    <a:ext cx="56496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l-GR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𝜱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ko-KR" altLang="en-US" sz="2000" b="1" dirty="0"/>
                  </a:p>
                </p:txBody>
              </p:sp>
            </mc:Choice>
            <mc:Fallback xmlns="">
              <p:sp>
                <p:nvSpPr>
                  <p:cNvPr id="114" name="TextBox 1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2186" y="3809073"/>
                    <a:ext cx="56496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527" r="-1075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6306691" y="2350349"/>
                <a:ext cx="330319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1  0</a:t>
                </a:r>
              </a:p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1  0</a:t>
                </a:r>
              </a:p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1  0</a:t>
                </a:r>
              </a:p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0  1</a:t>
                </a:r>
              </a:p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0  1</a:t>
                </a:r>
              </a:p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35D30FA-F1D5-4633-86DE-741EE4A11A80}"/>
                  </a:ext>
                </a:extLst>
              </p:cNvPr>
              <p:cNvSpPr txBox="1"/>
              <p:nvPr/>
            </p:nvSpPr>
            <p:spPr>
              <a:xfrm>
                <a:off x="6401296" y="3749473"/>
                <a:ext cx="5894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28600" indent="-228600">
                  <a:buAutoNum type="arabicPlain"/>
                </a:pPr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0.5</a:t>
                </a:r>
              </a:p>
              <a:p>
                <a:r>
                  <a:rPr lang="en-US" altLang="ko-KR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0.5     1</a:t>
                </a:r>
                <a:endPara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6170380" y="951225"/>
              <a:ext cx="1602020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 </a:t>
              </a:r>
            </a:p>
            <a:p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0    0.5</a:t>
              </a:r>
            </a:p>
            <a:p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0    0     0.5</a:t>
              </a:r>
            </a:p>
            <a:p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0    0     0     0.5</a:t>
              </a:r>
            </a:p>
            <a:p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0    0     0     0     0.5</a:t>
              </a:r>
            </a:p>
            <a:p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0    0     0     0     0     0.5</a:t>
              </a:r>
              <a:endPara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19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그룹 83">
            <a:extLst>
              <a:ext uri="{FF2B5EF4-FFF2-40B4-BE49-F238E27FC236}">
                <a16:creationId xmlns:a16="http://schemas.microsoft.com/office/drawing/2014/main" id="{06100BB1-F8F1-42EA-BA21-E03D226CC5B2}"/>
              </a:ext>
            </a:extLst>
          </p:cNvPr>
          <p:cNvGrpSpPr/>
          <p:nvPr/>
        </p:nvGrpSpPr>
        <p:grpSpPr>
          <a:xfrm rot="10800000">
            <a:off x="3702027" y="3255728"/>
            <a:ext cx="801763" cy="706582"/>
            <a:chOff x="2092710" y="2296307"/>
            <a:chExt cx="995059" cy="706582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C74BE5F6-BA58-46E9-8DD0-0F838A6CB3F9}"/>
                </a:ext>
              </a:extLst>
            </p:cNvPr>
            <p:cNvSpPr/>
            <p:nvPr/>
          </p:nvSpPr>
          <p:spPr>
            <a:xfrm>
              <a:off x="2102117" y="2296307"/>
              <a:ext cx="985652" cy="70658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B096E27-BBC0-4421-9293-7E9B486BC845}"/>
                </a:ext>
              </a:extLst>
            </p:cNvPr>
            <p:cNvSpPr txBox="1"/>
            <p:nvPr/>
          </p:nvSpPr>
          <p:spPr>
            <a:xfrm rot="10800000">
              <a:off x="2092710" y="2511098"/>
              <a:ext cx="978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F2</a:t>
              </a:r>
              <a:endPara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2D96E2AB-32EB-43CC-A0D9-2EBAFED5BABB}"/>
              </a:ext>
            </a:extLst>
          </p:cNvPr>
          <p:cNvGrpSpPr/>
          <p:nvPr/>
        </p:nvGrpSpPr>
        <p:grpSpPr>
          <a:xfrm rot="10800000">
            <a:off x="4537569" y="1746275"/>
            <a:ext cx="545403" cy="611580"/>
            <a:chOff x="1728353" y="3850575"/>
            <a:chExt cx="676894" cy="61158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DCB22EB-5739-42BD-BC9B-32DC5A7985E3}"/>
                </a:ext>
              </a:extLst>
            </p:cNvPr>
            <p:cNvSpPr txBox="1"/>
            <p:nvPr/>
          </p:nvSpPr>
          <p:spPr>
            <a:xfrm rot="10800000">
              <a:off x="1801741" y="4029551"/>
              <a:ext cx="537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X6</a:t>
              </a:r>
              <a:endPara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8D7B896-38F3-4997-B29E-01869A8F89B3}"/>
                </a:ext>
              </a:extLst>
            </p:cNvPr>
            <p:cNvSpPr/>
            <p:nvPr/>
          </p:nvSpPr>
          <p:spPr>
            <a:xfrm>
              <a:off x="1728353" y="3850575"/>
              <a:ext cx="676894" cy="6115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3777A1F1-600D-4C17-8F6B-FBAC4C3124A6}"/>
              </a:ext>
            </a:extLst>
          </p:cNvPr>
          <p:cNvGrpSpPr/>
          <p:nvPr/>
        </p:nvGrpSpPr>
        <p:grpSpPr>
          <a:xfrm rot="10800000">
            <a:off x="1481289" y="3200785"/>
            <a:ext cx="853647" cy="706582"/>
            <a:chOff x="2712170" y="2378954"/>
            <a:chExt cx="1059452" cy="706582"/>
          </a:xfrm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BD22B5FB-D0D7-4B4A-9750-083A7EA32311}"/>
                </a:ext>
              </a:extLst>
            </p:cNvPr>
            <p:cNvSpPr/>
            <p:nvPr/>
          </p:nvSpPr>
          <p:spPr>
            <a:xfrm>
              <a:off x="2785970" y="2378954"/>
              <a:ext cx="985652" cy="70658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7F45BF0-DCEB-471D-9572-ECDAB9C780AA}"/>
                </a:ext>
              </a:extLst>
            </p:cNvPr>
            <p:cNvSpPr txBox="1"/>
            <p:nvPr/>
          </p:nvSpPr>
          <p:spPr>
            <a:xfrm rot="10800000">
              <a:off x="2712170" y="2555809"/>
              <a:ext cx="10363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F1</a:t>
              </a:r>
              <a:endPara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7D4B10D0-3A12-4B87-9534-DF46FB192F3A}"/>
              </a:ext>
            </a:extLst>
          </p:cNvPr>
          <p:cNvGrpSpPr/>
          <p:nvPr/>
        </p:nvGrpSpPr>
        <p:grpSpPr>
          <a:xfrm rot="10800000">
            <a:off x="2301506" y="1746275"/>
            <a:ext cx="545403" cy="611580"/>
            <a:chOff x="4503506" y="3850575"/>
            <a:chExt cx="676894" cy="611580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5031914E-32F0-46AE-99F9-538FFDF193C4}"/>
                </a:ext>
              </a:extLst>
            </p:cNvPr>
            <p:cNvSpPr/>
            <p:nvPr/>
          </p:nvSpPr>
          <p:spPr>
            <a:xfrm>
              <a:off x="4503506" y="3850575"/>
              <a:ext cx="676894" cy="6115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828D2B9-1481-48A8-8B70-2EC6D7345F20}"/>
                </a:ext>
              </a:extLst>
            </p:cNvPr>
            <p:cNvSpPr txBox="1"/>
            <p:nvPr/>
          </p:nvSpPr>
          <p:spPr>
            <a:xfrm rot="10800000">
              <a:off x="4573235" y="4020835"/>
              <a:ext cx="537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X3</a:t>
              </a:r>
              <a:endPara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EDB6E3E3-BFC0-4D65-AADD-E63BBB5704AF}"/>
              </a:ext>
            </a:extLst>
          </p:cNvPr>
          <p:cNvGrpSpPr/>
          <p:nvPr/>
        </p:nvGrpSpPr>
        <p:grpSpPr>
          <a:xfrm rot="10800000">
            <a:off x="3059638" y="1746275"/>
            <a:ext cx="545403" cy="611580"/>
            <a:chOff x="3562596" y="3850575"/>
            <a:chExt cx="676894" cy="611580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9866E6B1-4B1A-4D25-A822-AF1171CF3188}"/>
                </a:ext>
              </a:extLst>
            </p:cNvPr>
            <p:cNvSpPr/>
            <p:nvPr/>
          </p:nvSpPr>
          <p:spPr>
            <a:xfrm>
              <a:off x="3562596" y="3850575"/>
              <a:ext cx="676894" cy="6115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F3453A9-A95A-4B8C-B9E0-BACB70DF2AD0}"/>
                </a:ext>
              </a:extLst>
            </p:cNvPr>
            <p:cNvSpPr txBox="1"/>
            <p:nvPr/>
          </p:nvSpPr>
          <p:spPr>
            <a:xfrm rot="10800000">
              <a:off x="3632325" y="4029551"/>
              <a:ext cx="537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X4</a:t>
              </a:r>
              <a:endPara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2EA3E217-9B6F-4A89-97E5-6E77F3B5C345}"/>
              </a:ext>
            </a:extLst>
          </p:cNvPr>
          <p:cNvGrpSpPr/>
          <p:nvPr/>
        </p:nvGrpSpPr>
        <p:grpSpPr>
          <a:xfrm rot="10800000">
            <a:off x="3798804" y="1746275"/>
            <a:ext cx="545403" cy="611580"/>
            <a:chOff x="2645226" y="3850575"/>
            <a:chExt cx="676894" cy="611580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EE284EAF-8A29-4833-96E5-C519AAA1C54D}"/>
                </a:ext>
              </a:extLst>
            </p:cNvPr>
            <p:cNvSpPr/>
            <p:nvPr/>
          </p:nvSpPr>
          <p:spPr>
            <a:xfrm>
              <a:off x="2645226" y="3850575"/>
              <a:ext cx="676894" cy="6115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F58FCC3-DC37-4AF4-BA46-D3CBFEE8D25C}"/>
                </a:ext>
              </a:extLst>
            </p:cNvPr>
            <p:cNvSpPr txBox="1"/>
            <p:nvPr/>
          </p:nvSpPr>
          <p:spPr>
            <a:xfrm rot="10800000">
              <a:off x="2724822" y="4025371"/>
              <a:ext cx="537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X5</a:t>
              </a:r>
              <a:endPara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E456C1F5-D96D-4257-8776-81348D5FE57C}"/>
              </a:ext>
            </a:extLst>
          </p:cNvPr>
          <p:cNvCxnSpPr>
            <a:cxnSpLocks/>
            <a:stCxn id="85" idx="4"/>
            <a:endCxn id="92" idx="0"/>
          </p:cNvCxnSpPr>
          <p:nvPr/>
        </p:nvCxnSpPr>
        <p:spPr>
          <a:xfrm flipV="1">
            <a:off x="4099119" y="2357855"/>
            <a:ext cx="711151" cy="897873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25F4BE7A-2664-42A1-87D4-A652E852D6E6}"/>
              </a:ext>
            </a:extLst>
          </p:cNvPr>
          <p:cNvCxnSpPr>
            <a:stCxn id="85" idx="4"/>
            <a:endCxn id="109" idx="0"/>
          </p:cNvCxnSpPr>
          <p:nvPr/>
        </p:nvCxnSpPr>
        <p:spPr>
          <a:xfrm flipH="1" flipV="1">
            <a:off x="4071505" y="2357855"/>
            <a:ext cx="27614" cy="897873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5A599365-1C50-4EA2-82CA-A07E1FE2088E}"/>
              </a:ext>
            </a:extLst>
          </p:cNvPr>
          <p:cNvCxnSpPr>
            <a:stCxn id="85" idx="4"/>
            <a:endCxn id="106" idx="0"/>
          </p:cNvCxnSpPr>
          <p:nvPr/>
        </p:nvCxnSpPr>
        <p:spPr>
          <a:xfrm flipH="1" flipV="1">
            <a:off x="3332339" y="2357855"/>
            <a:ext cx="766780" cy="897873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3979D926-CBFB-4EE7-B82C-D51A6977AF70}"/>
              </a:ext>
            </a:extLst>
          </p:cNvPr>
          <p:cNvCxnSpPr>
            <a:stCxn id="94" idx="4"/>
            <a:endCxn id="103" idx="0"/>
          </p:cNvCxnSpPr>
          <p:nvPr/>
        </p:nvCxnSpPr>
        <p:spPr>
          <a:xfrm flipV="1">
            <a:off x="1878380" y="2357855"/>
            <a:ext cx="695827" cy="84293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1771368" y="2820506"/>
            <a:ext cx="781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1474663" y="2806791"/>
            <a:ext cx="781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원호 11">
            <a:extLst>
              <a:ext uri="{FF2B5EF4-FFF2-40B4-BE49-F238E27FC236}">
                <a16:creationId xmlns:a16="http://schemas.microsoft.com/office/drawing/2014/main" id="{ECD6478B-1E93-4063-9575-06FD9CF6700E}"/>
              </a:ext>
            </a:extLst>
          </p:cNvPr>
          <p:cNvSpPr/>
          <p:nvPr/>
        </p:nvSpPr>
        <p:spPr>
          <a:xfrm rot="7538846">
            <a:off x="2388525" y="3345700"/>
            <a:ext cx="1063704" cy="1391398"/>
          </a:xfrm>
          <a:custGeom>
            <a:avLst/>
            <a:gdLst>
              <a:gd name="connsiteX0" fmla="*/ 1574157 w 3148314"/>
              <a:gd name="connsiteY0" fmla="*/ 0 h 4218387"/>
              <a:gd name="connsiteX1" fmla="*/ 3148314 w 3148314"/>
              <a:gd name="connsiteY1" fmla="*/ 2109194 h 4218387"/>
              <a:gd name="connsiteX2" fmla="*/ 1574157 w 3148314"/>
              <a:gd name="connsiteY2" fmla="*/ 2109194 h 4218387"/>
              <a:gd name="connsiteX3" fmla="*/ 1574157 w 3148314"/>
              <a:gd name="connsiteY3" fmla="*/ 0 h 4218387"/>
              <a:gd name="connsiteX0" fmla="*/ 1574157 w 3148314"/>
              <a:gd name="connsiteY0" fmla="*/ 0 h 4218387"/>
              <a:gd name="connsiteX1" fmla="*/ 3148314 w 3148314"/>
              <a:gd name="connsiteY1" fmla="*/ 2109194 h 4218387"/>
              <a:gd name="connsiteX0" fmla="*/ 0 w 1574157"/>
              <a:gd name="connsiteY0" fmla="*/ 15720 h 2124914"/>
              <a:gd name="connsiteX1" fmla="*/ 1574157 w 1574157"/>
              <a:gd name="connsiteY1" fmla="*/ 2124914 h 2124914"/>
              <a:gd name="connsiteX2" fmla="*/ 0 w 1574157"/>
              <a:gd name="connsiteY2" fmla="*/ 2124914 h 2124914"/>
              <a:gd name="connsiteX3" fmla="*/ 0 w 1574157"/>
              <a:gd name="connsiteY3" fmla="*/ 15720 h 2124914"/>
              <a:gd name="connsiteX0" fmla="*/ 0 w 1574157"/>
              <a:gd name="connsiteY0" fmla="*/ 15720 h 2124914"/>
              <a:gd name="connsiteX1" fmla="*/ 312517 w 1574157"/>
              <a:gd name="connsiteY1" fmla="*/ 9348 h 2124914"/>
              <a:gd name="connsiteX2" fmla="*/ 1574157 w 1574157"/>
              <a:gd name="connsiteY2" fmla="*/ 2124914 h 2124914"/>
              <a:gd name="connsiteX0" fmla="*/ 0 w 1574157"/>
              <a:gd name="connsiteY0" fmla="*/ 42974 h 2152168"/>
              <a:gd name="connsiteX1" fmla="*/ 1574157 w 1574157"/>
              <a:gd name="connsiteY1" fmla="*/ 2152168 h 2152168"/>
              <a:gd name="connsiteX2" fmla="*/ 0 w 1574157"/>
              <a:gd name="connsiteY2" fmla="*/ 2152168 h 2152168"/>
              <a:gd name="connsiteX3" fmla="*/ 0 w 1574157"/>
              <a:gd name="connsiteY3" fmla="*/ 42974 h 2152168"/>
              <a:gd name="connsiteX0" fmla="*/ 0 w 1574157"/>
              <a:gd name="connsiteY0" fmla="*/ 42974 h 2152168"/>
              <a:gd name="connsiteX1" fmla="*/ 312517 w 1574157"/>
              <a:gd name="connsiteY1" fmla="*/ 36602 h 2152168"/>
              <a:gd name="connsiteX2" fmla="*/ 1574157 w 1574157"/>
              <a:gd name="connsiteY2" fmla="*/ 2152168 h 2152168"/>
              <a:gd name="connsiteX0" fmla="*/ 0 w 1789550"/>
              <a:gd name="connsiteY0" fmla="*/ 42974 h 2171120"/>
              <a:gd name="connsiteX1" fmla="*/ 1574157 w 1789550"/>
              <a:gd name="connsiteY1" fmla="*/ 2152168 h 2171120"/>
              <a:gd name="connsiteX2" fmla="*/ 0 w 1789550"/>
              <a:gd name="connsiteY2" fmla="*/ 2152168 h 2171120"/>
              <a:gd name="connsiteX3" fmla="*/ 0 w 1789550"/>
              <a:gd name="connsiteY3" fmla="*/ 42974 h 2171120"/>
              <a:gd name="connsiteX0" fmla="*/ 0 w 1789550"/>
              <a:gd name="connsiteY0" fmla="*/ 42974 h 2171120"/>
              <a:gd name="connsiteX1" fmla="*/ 312517 w 1789550"/>
              <a:gd name="connsiteY1" fmla="*/ 36602 h 2171120"/>
              <a:gd name="connsiteX2" fmla="*/ 1724628 w 1789550"/>
              <a:gd name="connsiteY2" fmla="*/ 1981148 h 2171120"/>
              <a:gd name="connsiteX3" fmla="*/ 1574157 w 1789550"/>
              <a:gd name="connsiteY3" fmla="*/ 2152168 h 2171120"/>
              <a:gd name="connsiteX0" fmla="*/ 0 w 1730253"/>
              <a:gd name="connsiteY0" fmla="*/ 42974 h 2152168"/>
              <a:gd name="connsiteX1" fmla="*/ 1574157 w 1730253"/>
              <a:gd name="connsiteY1" fmla="*/ 2152168 h 2152168"/>
              <a:gd name="connsiteX2" fmla="*/ 0 w 1730253"/>
              <a:gd name="connsiteY2" fmla="*/ 2152168 h 2152168"/>
              <a:gd name="connsiteX3" fmla="*/ 0 w 1730253"/>
              <a:gd name="connsiteY3" fmla="*/ 42974 h 2152168"/>
              <a:gd name="connsiteX0" fmla="*/ 0 w 1730253"/>
              <a:gd name="connsiteY0" fmla="*/ 42974 h 2152168"/>
              <a:gd name="connsiteX1" fmla="*/ 312517 w 1730253"/>
              <a:gd name="connsiteY1" fmla="*/ 36602 h 2152168"/>
              <a:gd name="connsiteX2" fmla="*/ 1655180 w 1730253"/>
              <a:gd name="connsiteY2" fmla="*/ 1691781 h 2152168"/>
              <a:gd name="connsiteX3" fmla="*/ 1574157 w 1730253"/>
              <a:gd name="connsiteY3" fmla="*/ 2152168 h 2152168"/>
              <a:gd name="connsiteX0" fmla="*/ 0 w 1662055"/>
              <a:gd name="connsiteY0" fmla="*/ 42974 h 2152168"/>
              <a:gd name="connsiteX1" fmla="*/ 1574157 w 1662055"/>
              <a:gd name="connsiteY1" fmla="*/ 2152168 h 2152168"/>
              <a:gd name="connsiteX2" fmla="*/ 0 w 1662055"/>
              <a:gd name="connsiteY2" fmla="*/ 2152168 h 2152168"/>
              <a:gd name="connsiteX3" fmla="*/ 0 w 1662055"/>
              <a:gd name="connsiteY3" fmla="*/ 42974 h 2152168"/>
              <a:gd name="connsiteX0" fmla="*/ 0 w 1662055"/>
              <a:gd name="connsiteY0" fmla="*/ 42974 h 2152168"/>
              <a:gd name="connsiteX1" fmla="*/ 312517 w 1662055"/>
              <a:gd name="connsiteY1" fmla="*/ 36602 h 2152168"/>
              <a:gd name="connsiteX2" fmla="*/ 1568970 w 1662055"/>
              <a:gd name="connsiteY2" fmla="*/ 1773146 h 2152168"/>
              <a:gd name="connsiteX3" fmla="*/ 1574157 w 1662055"/>
              <a:gd name="connsiteY3" fmla="*/ 2152168 h 2152168"/>
              <a:gd name="connsiteX0" fmla="*/ 0 w 1662055"/>
              <a:gd name="connsiteY0" fmla="*/ 28067 h 2137261"/>
              <a:gd name="connsiteX1" fmla="*/ 1574157 w 1662055"/>
              <a:gd name="connsiteY1" fmla="*/ 2137261 h 2137261"/>
              <a:gd name="connsiteX2" fmla="*/ 0 w 1662055"/>
              <a:gd name="connsiteY2" fmla="*/ 2137261 h 2137261"/>
              <a:gd name="connsiteX3" fmla="*/ 0 w 1662055"/>
              <a:gd name="connsiteY3" fmla="*/ 28067 h 2137261"/>
              <a:gd name="connsiteX0" fmla="*/ 0 w 1662055"/>
              <a:gd name="connsiteY0" fmla="*/ 28067 h 2137261"/>
              <a:gd name="connsiteX1" fmla="*/ 291147 w 1662055"/>
              <a:gd name="connsiteY1" fmla="*/ 40929 h 2137261"/>
              <a:gd name="connsiteX2" fmla="*/ 1568970 w 1662055"/>
              <a:gd name="connsiteY2" fmla="*/ 1758239 h 2137261"/>
              <a:gd name="connsiteX3" fmla="*/ 1574157 w 1662055"/>
              <a:gd name="connsiteY3" fmla="*/ 2137261 h 2137261"/>
              <a:gd name="connsiteX0" fmla="*/ 0 w 1662055"/>
              <a:gd name="connsiteY0" fmla="*/ 0 h 2109194"/>
              <a:gd name="connsiteX1" fmla="*/ 1574157 w 1662055"/>
              <a:gd name="connsiteY1" fmla="*/ 2109194 h 2109194"/>
              <a:gd name="connsiteX2" fmla="*/ 0 w 1662055"/>
              <a:gd name="connsiteY2" fmla="*/ 2109194 h 2109194"/>
              <a:gd name="connsiteX3" fmla="*/ 0 w 1662055"/>
              <a:gd name="connsiteY3" fmla="*/ 0 h 2109194"/>
              <a:gd name="connsiteX0" fmla="*/ 0 w 1662055"/>
              <a:gd name="connsiteY0" fmla="*/ 0 h 2109194"/>
              <a:gd name="connsiteX1" fmla="*/ 291147 w 1662055"/>
              <a:gd name="connsiteY1" fmla="*/ 12862 h 2109194"/>
              <a:gd name="connsiteX2" fmla="*/ 1568970 w 1662055"/>
              <a:gd name="connsiteY2" fmla="*/ 1730172 h 2109194"/>
              <a:gd name="connsiteX3" fmla="*/ 1574157 w 1662055"/>
              <a:gd name="connsiteY3" fmla="*/ 2109194 h 2109194"/>
              <a:gd name="connsiteX0" fmla="*/ 0 w 1662055"/>
              <a:gd name="connsiteY0" fmla="*/ 0 h 2109194"/>
              <a:gd name="connsiteX1" fmla="*/ 1574157 w 1662055"/>
              <a:gd name="connsiteY1" fmla="*/ 2109194 h 2109194"/>
              <a:gd name="connsiteX2" fmla="*/ 0 w 1662055"/>
              <a:gd name="connsiteY2" fmla="*/ 2109194 h 2109194"/>
              <a:gd name="connsiteX3" fmla="*/ 0 w 1662055"/>
              <a:gd name="connsiteY3" fmla="*/ 0 h 2109194"/>
              <a:gd name="connsiteX0" fmla="*/ 0 w 1662055"/>
              <a:gd name="connsiteY0" fmla="*/ 0 h 2109194"/>
              <a:gd name="connsiteX1" fmla="*/ 291147 w 1662055"/>
              <a:gd name="connsiteY1" fmla="*/ 12862 h 2109194"/>
              <a:gd name="connsiteX2" fmla="*/ 1568970 w 1662055"/>
              <a:gd name="connsiteY2" fmla="*/ 1730172 h 2109194"/>
              <a:gd name="connsiteX3" fmla="*/ 1574157 w 1662055"/>
              <a:gd name="connsiteY3" fmla="*/ 2109194 h 2109194"/>
              <a:gd name="connsiteX0" fmla="*/ 0 w 1662055"/>
              <a:gd name="connsiteY0" fmla="*/ 0 h 2109194"/>
              <a:gd name="connsiteX1" fmla="*/ 1574157 w 1662055"/>
              <a:gd name="connsiteY1" fmla="*/ 2109194 h 2109194"/>
              <a:gd name="connsiteX2" fmla="*/ 0 w 1662055"/>
              <a:gd name="connsiteY2" fmla="*/ 2109194 h 2109194"/>
              <a:gd name="connsiteX3" fmla="*/ 0 w 1662055"/>
              <a:gd name="connsiteY3" fmla="*/ 0 h 2109194"/>
              <a:gd name="connsiteX0" fmla="*/ 0 w 1662055"/>
              <a:gd name="connsiteY0" fmla="*/ 0 h 2109194"/>
              <a:gd name="connsiteX1" fmla="*/ 288958 w 1662055"/>
              <a:gd name="connsiteY1" fmla="*/ 26153 h 2109194"/>
              <a:gd name="connsiteX2" fmla="*/ 1568970 w 1662055"/>
              <a:gd name="connsiteY2" fmla="*/ 1730172 h 2109194"/>
              <a:gd name="connsiteX3" fmla="*/ 1574157 w 1662055"/>
              <a:gd name="connsiteY3" fmla="*/ 2109194 h 2109194"/>
              <a:gd name="connsiteX0" fmla="*/ 0 w 1662055"/>
              <a:gd name="connsiteY0" fmla="*/ 0 h 2109194"/>
              <a:gd name="connsiteX1" fmla="*/ 1574157 w 1662055"/>
              <a:gd name="connsiteY1" fmla="*/ 2109194 h 2109194"/>
              <a:gd name="connsiteX2" fmla="*/ 0 w 1662055"/>
              <a:gd name="connsiteY2" fmla="*/ 2109194 h 2109194"/>
              <a:gd name="connsiteX3" fmla="*/ 0 w 1662055"/>
              <a:gd name="connsiteY3" fmla="*/ 0 h 2109194"/>
              <a:gd name="connsiteX0" fmla="*/ 0 w 1662055"/>
              <a:gd name="connsiteY0" fmla="*/ 0 h 2109194"/>
              <a:gd name="connsiteX1" fmla="*/ 288958 w 1662055"/>
              <a:gd name="connsiteY1" fmla="*/ 26153 h 2109194"/>
              <a:gd name="connsiteX2" fmla="*/ 1568970 w 1662055"/>
              <a:gd name="connsiteY2" fmla="*/ 1730172 h 2109194"/>
              <a:gd name="connsiteX3" fmla="*/ 1574157 w 1662055"/>
              <a:gd name="connsiteY3" fmla="*/ 2109194 h 2109194"/>
              <a:gd name="connsiteX0" fmla="*/ 0 w 1662055"/>
              <a:gd name="connsiteY0" fmla="*/ 35785 h 2144979"/>
              <a:gd name="connsiteX1" fmla="*/ 1574157 w 1662055"/>
              <a:gd name="connsiteY1" fmla="*/ 2144979 h 2144979"/>
              <a:gd name="connsiteX2" fmla="*/ 0 w 1662055"/>
              <a:gd name="connsiteY2" fmla="*/ 2144979 h 2144979"/>
              <a:gd name="connsiteX3" fmla="*/ 0 w 1662055"/>
              <a:gd name="connsiteY3" fmla="*/ 35785 h 2144979"/>
              <a:gd name="connsiteX0" fmla="*/ 0 w 1662055"/>
              <a:gd name="connsiteY0" fmla="*/ 35785 h 2144979"/>
              <a:gd name="connsiteX1" fmla="*/ 298444 w 1662055"/>
              <a:gd name="connsiteY1" fmla="*/ 4342 h 2144979"/>
              <a:gd name="connsiteX2" fmla="*/ 1568970 w 1662055"/>
              <a:gd name="connsiteY2" fmla="*/ 1765957 h 2144979"/>
              <a:gd name="connsiteX3" fmla="*/ 1574157 w 1662055"/>
              <a:gd name="connsiteY3" fmla="*/ 2144979 h 2144979"/>
              <a:gd name="connsiteX0" fmla="*/ 0 w 1682499"/>
              <a:gd name="connsiteY0" fmla="*/ 35785 h 2144979"/>
              <a:gd name="connsiteX1" fmla="*/ 1574157 w 1682499"/>
              <a:gd name="connsiteY1" fmla="*/ 2144979 h 2144979"/>
              <a:gd name="connsiteX2" fmla="*/ 0 w 1682499"/>
              <a:gd name="connsiteY2" fmla="*/ 2144979 h 2144979"/>
              <a:gd name="connsiteX3" fmla="*/ 0 w 1682499"/>
              <a:gd name="connsiteY3" fmla="*/ 35785 h 2144979"/>
              <a:gd name="connsiteX0" fmla="*/ 0 w 1682499"/>
              <a:gd name="connsiteY0" fmla="*/ 35785 h 2144979"/>
              <a:gd name="connsiteX1" fmla="*/ 298444 w 1682499"/>
              <a:gd name="connsiteY1" fmla="*/ 4342 h 2144979"/>
              <a:gd name="connsiteX2" fmla="*/ 1595893 w 1682499"/>
              <a:gd name="connsiteY2" fmla="*/ 1754464 h 2144979"/>
              <a:gd name="connsiteX3" fmla="*/ 1574157 w 1682499"/>
              <a:gd name="connsiteY3" fmla="*/ 2144979 h 2144979"/>
              <a:gd name="connsiteX0" fmla="*/ 0 w 1682499"/>
              <a:gd name="connsiteY0" fmla="*/ 0 h 2109194"/>
              <a:gd name="connsiteX1" fmla="*/ 1574157 w 1682499"/>
              <a:gd name="connsiteY1" fmla="*/ 2109194 h 2109194"/>
              <a:gd name="connsiteX2" fmla="*/ 0 w 1682499"/>
              <a:gd name="connsiteY2" fmla="*/ 2109194 h 2109194"/>
              <a:gd name="connsiteX3" fmla="*/ 0 w 1682499"/>
              <a:gd name="connsiteY3" fmla="*/ 0 h 2109194"/>
              <a:gd name="connsiteX0" fmla="*/ 0 w 1682499"/>
              <a:gd name="connsiteY0" fmla="*/ 0 h 2109194"/>
              <a:gd name="connsiteX1" fmla="*/ 392031 w 1682499"/>
              <a:gd name="connsiteY1" fmla="*/ 77258 h 2109194"/>
              <a:gd name="connsiteX2" fmla="*/ 1595893 w 1682499"/>
              <a:gd name="connsiteY2" fmla="*/ 1718679 h 2109194"/>
              <a:gd name="connsiteX3" fmla="*/ 1574157 w 1682499"/>
              <a:gd name="connsiteY3" fmla="*/ 2109194 h 2109194"/>
              <a:gd name="connsiteX0" fmla="*/ 0 w 1682499"/>
              <a:gd name="connsiteY0" fmla="*/ 0 h 2109194"/>
              <a:gd name="connsiteX1" fmla="*/ 1574157 w 1682499"/>
              <a:gd name="connsiteY1" fmla="*/ 2109194 h 2109194"/>
              <a:gd name="connsiteX2" fmla="*/ 0 w 1682499"/>
              <a:gd name="connsiteY2" fmla="*/ 2109194 h 2109194"/>
              <a:gd name="connsiteX3" fmla="*/ 0 w 1682499"/>
              <a:gd name="connsiteY3" fmla="*/ 0 h 2109194"/>
              <a:gd name="connsiteX0" fmla="*/ 0 w 1682499"/>
              <a:gd name="connsiteY0" fmla="*/ 0 h 2109194"/>
              <a:gd name="connsiteX1" fmla="*/ 392031 w 1682499"/>
              <a:gd name="connsiteY1" fmla="*/ 77258 h 2109194"/>
              <a:gd name="connsiteX2" fmla="*/ 1595893 w 1682499"/>
              <a:gd name="connsiteY2" fmla="*/ 1718679 h 2109194"/>
              <a:gd name="connsiteX3" fmla="*/ 1574157 w 1682499"/>
              <a:gd name="connsiteY3" fmla="*/ 2109194 h 2109194"/>
              <a:gd name="connsiteX0" fmla="*/ 0 w 1682499"/>
              <a:gd name="connsiteY0" fmla="*/ 0 h 2109194"/>
              <a:gd name="connsiteX1" fmla="*/ 1574157 w 1682499"/>
              <a:gd name="connsiteY1" fmla="*/ 2109194 h 2109194"/>
              <a:gd name="connsiteX2" fmla="*/ 0 w 1682499"/>
              <a:gd name="connsiteY2" fmla="*/ 2109194 h 2109194"/>
              <a:gd name="connsiteX3" fmla="*/ 0 w 1682499"/>
              <a:gd name="connsiteY3" fmla="*/ 0 h 2109194"/>
              <a:gd name="connsiteX0" fmla="*/ 0 w 1682499"/>
              <a:gd name="connsiteY0" fmla="*/ 0 h 2109194"/>
              <a:gd name="connsiteX1" fmla="*/ 392031 w 1682499"/>
              <a:gd name="connsiteY1" fmla="*/ 77258 h 2109194"/>
              <a:gd name="connsiteX2" fmla="*/ 1595893 w 1682499"/>
              <a:gd name="connsiteY2" fmla="*/ 1718679 h 2109194"/>
              <a:gd name="connsiteX3" fmla="*/ 1574157 w 1682499"/>
              <a:gd name="connsiteY3" fmla="*/ 2109194 h 2109194"/>
              <a:gd name="connsiteX0" fmla="*/ 0 w 1682499"/>
              <a:gd name="connsiteY0" fmla="*/ 6181 h 2115375"/>
              <a:gd name="connsiteX1" fmla="*/ 1574157 w 1682499"/>
              <a:gd name="connsiteY1" fmla="*/ 2115375 h 2115375"/>
              <a:gd name="connsiteX2" fmla="*/ 0 w 1682499"/>
              <a:gd name="connsiteY2" fmla="*/ 2115375 h 2115375"/>
              <a:gd name="connsiteX3" fmla="*/ 0 w 1682499"/>
              <a:gd name="connsiteY3" fmla="*/ 6181 h 2115375"/>
              <a:gd name="connsiteX0" fmla="*/ 0 w 1682499"/>
              <a:gd name="connsiteY0" fmla="*/ 6181 h 2115375"/>
              <a:gd name="connsiteX1" fmla="*/ 336572 w 1682499"/>
              <a:gd name="connsiteY1" fmla="*/ 33349 h 2115375"/>
              <a:gd name="connsiteX2" fmla="*/ 1595893 w 1682499"/>
              <a:gd name="connsiteY2" fmla="*/ 1724860 h 2115375"/>
              <a:gd name="connsiteX3" fmla="*/ 1574157 w 1682499"/>
              <a:gd name="connsiteY3" fmla="*/ 2115375 h 2115375"/>
              <a:gd name="connsiteX0" fmla="*/ 0 w 1682499"/>
              <a:gd name="connsiteY0" fmla="*/ 48609 h 2157803"/>
              <a:gd name="connsiteX1" fmla="*/ 1574157 w 1682499"/>
              <a:gd name="connsiteY1" fmla="*/ 2157803 h 2157803"/>
              <a:gd name="connsiteX2" fmla="*/ 0 w 1682499"/>
              <a:gd name="connsiteY2" fmla="*/ 2157803 h 2157803"/>
              <a:gd name="connsiteX3" fmla="*/ 0 w 1682499"/>
              <a:gd name="connsiteY3" fmla="*/ 48609 h 2157803"/>
              <a:gd name="connsiteX0" fmla="*/ 0 w 1682499"/>
              <a:gd name="connsiteY0" fmla="*/ 48609 h 2157803"/>
              <a:gd name="connsiteX1" fmla="*/ 336572 w 1682499"/>
              <a:gd name="connsiteY1" fmla="*/ 75777 h 2157803"/>
              <a:gd name="connsiteX2" fmla="*/ 1595893 w 1682499"/>
              <a:gd name="connsiteY2" fmla="*/ 1767288 h 2157803"/>
              <a:gd name="connsiteX3" fmla="*/ 1574157 w 1682499"/>
              <a:gd name="connsiteY3" fmla="*/ 2157803 h 2157803"/>
              <a:gd name="connsiteX0" fmla="*/ 0 w 1682499"/>
              <a:gd name="connsiteY0" fmla="*/ 48609 h 2157803"/>
              <a:gd name="connsiteX1" fmla="*/ 1574157 w 1682499"/>
              <a:gd name="connsiteY1" fmla="*/ 2157803 h 2157803"/>
              <a:gd name="connsiteX2" fmla="*/ 0 w 1682499"/>
              <a:gd name="connsiteY2" fmla="*/ 2157803 h 2157803"/>
              <a:gd name="connsiteX3" fmla="*/ 0 w 1682499"/>
              <a:gd name="connsiteY3" fmla="*/ 48609 h 2157803"/>
              <a:gd name="connsiteX0" fmla="*/ 0 w 1682499"/>
              <a:gd name="connsiteY0" fmla="*/ 48609 h 2157803"/>
              <a:gd name="connsiteX1" fmla="*/ 336572 w 1682499"/>
              <a:gd name="connsiteY1" fmla="*/ 75777 h 2157803"/>
              <a:gd name="connsiteX2" fmla="*/ 1595893 w 1682499"/>
              <a:gd name="connsiteY2" fmla="*/ 1767288 h 2157803"/>
              <a:gd name="connsiteX3" fmla="*/ 1574157 w 1682499"/>
              <a:gd name="connsiteY3" fmla="*/ 2157803 h 2157803"/>
              <a:gd name="connsiteX0" fmla="*/ 0 w 1657442"/>
              <a:gd name="connsiteY0" fmla="*/ 48609 h 2157803"/>
              <a:gd name="connsiteX1" fmla="*/ 1574157 w 1657442"/>
              <a:gd name="connsiteY1" fmla="*/ 2157803 h 2157803"/>
              <a:gd name="connsiteX2" fmla="*/ 0 w 1657442"/>
              <a:gd name="connsiteY2" fmla="*/ 2157803 h 2157803"/>
              <a:gd name="connsiteX3" fmla="*/ 0 w 1657442"/>
              <a:gd name="connsiteY3" fmla="*/ 48609 h 2157803"/>
              <a:gd name="connsiteX0" fmla="*/ 0 w 1657442"/>
              <a:gd name="connsiteY0" fmla="*/ 48609 h 2157803"/>
              <a:gd name="connsiteX1" fmla="*/ 336572 w 1657442"/>
              <a:gd name="connsiteY1" fmla="*/ 75777 h 2157803"/>
              <a:gd name="connsiteX2" fmla="*/ 1595893 w 1657442"/>
              <a:gd name="connsiteY2" fmla="*/ 1767288 h 2157803"/>
              <a:gd name="connsiteX3" fmla="*/ 1574157 w 1657442"/>
              <a:gd name="connsiteY3" fmla="*/ 2157803 h 2157803"/>
              <a:gd name="connsiteX0" fmla="*/ 0 w 1647413"/>
              <a:gd name="connsiteY0" fmla="*/ 48609 h 2157803"/>
              <a:gd name="connsiteX1" fmla="*/ 1574157 w 1647413"/>
              <a:gd name="connsiteY1" fmla="*/ 2157803 h 2157803"/>
              <a:gd name="connsiteX2" fmla="*/ 0 w 1647413"/>
              <a:gd name="connsiteY2" fmla="*/ 2157803 h 2157803"/>
              <a:gd name="connsiteX3" fmla="*/ 0 w 1647413"/>
              <a:gd name="connsiteY3" fmla="*/ 48609 h 2157803"/>
              <a:gd name="connsiteX0" fmla="*/ 0 w 1647413"/>
              <a:gd name="connsiteY0" fmla="*/ 48609 h 2157803"/>
              <a:gd name="connsiteX1" fmla="*/ 336572 w 1647413"/>
              <a:gd name="connsiteY1" fmla="*/ 75777 h 2157803"/>
              <a:gd name="connsiteX2" fmla="*/ 1582993 w 1647413"/>
              <a:gd name="connsiteY2" fmla="*/ 1776540 h 2157803"/>
              <a:gd name="connsiteX3" fmla="*/ 1574157 w 1647413"/>
              <a:gd name="connsiteY3" fmla="*/ 2157803 h 2157803"/>
              <a:gd name="connsiteX0" fmla="*/ 0 w 1647413"/>
              <a:gd name="connsiteY0" fmla="*/ 48609 h 2157803"/>
              <a:gd name="connsiteX1" fmla="*/ 1574157 w 1647413"/>
              <a:gd name="connsiteY1" fmla="*/ 2157803 h 2157803"/>
              <a:gd name="connsiteX2" fmla="*/ 0 w 1647413"/>
              <a:gd name="connsiteY2" fmla="*/ 2157803 h 2157803"/>
              <a:gd name="connsiteX3" fmla="*/ 0 w 1647413"/>
              <a:gd name="connsiteY3" fmla="*/ 48609 h 2157803"/>
              <a:gd name="connsiteX0" fmla="*/ 0 w 1647413"/>
              <a:gd name="connsiteY0" fmla="*/ 48609 h 2157803"/>
              <a:gd name="connsiteX1" fmla="*/ 336572 w 1647413"/>
              <a:gd name="connsiteY1" fmla="*/ 75777 h 2157803"/>
              <a:gd name="connsiteX2" fmla="*/ 1582993 w 1647413"/>
              <a:gd name="connsiteY2" fmla="*/ 1776540 h 2157803"/>
              <a:gd name="connsiteX3" fmla="*/ 1574157 w 1647413"/>
              <a:gd name="connsiteY3" fmla="*/ 2157803 h 2157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7413" h="2157803" stroke="0" extrusionOk="0">
                <a:moveTo>
                  <a:pt x="0" y="48609"/>
                </a:moveTo>
                <a:cubicBezTo>
                  <a:pt x="869383" y="48609"/>
                  <a:pt x="1574157" y="992927"/>
                  <a:pt x="1574157" y="2157803"/>
                </a:cubicBezTo>
                <a:lnTo>
                  <a:pt x="0" y="2157803"/>
                </a:lnTo>
                <a:lnTo>
                  <a:pt x="0" y="48609"/>
                </a:lnTo>
                <a:close/>
              </a:path>
              <a:path w="1647413" h="2157803" fill="none">
                <a:moveTo>
                  <a:pt x="0" y="48609"/>
                </a:moveTo>
                <a:cubicBezTo>
                  <a:pt x="96456" y="68767"/>
                  <a:pt x="104921" y="-88636"/>
                  <a:pt x="336572" y="75777"/>
                </a:cubicBezTo>
                <a:cubicBezTo>
                  <a:pt x="583919" y="391025"/>
                  <a:pt x="1357239" y="1435048"/>
                  <a:pt x="1582993" y="1776540"/>
                </a:cubicBezTo>
                <a:cubicBezTo>
                  <a:pt x="1736505" y="2169843"/>
                  <a:pt x="1566441" y="2077214"/>
                  <a:pt x="1574157" y="2157803"/>
                </a:cubicBezTo>
              </a:path>
            </a:pathLst>
          </a:cu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2210007" y="2841369"/>
            <a:ext cx="781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3969847" y="2859089"/>
            <a:ext cx="781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3673142" y="2845374"/>
            <a:ext cx="781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4408486" y="2879952"/>
            <a:ext cx="781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1212823" y="3793034"/>
            <a:ext cx="41800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5D30FA-F1D5-4633-86DE-741EE4A11A80}"/>
              </a:ext>
            </a:extLst>
          </p:cNvPr>
          <p:cNvSpPr txBox="1"/>
          <p:nvPr/>
        </p:nvSpPr>
        <p:spPr>
          <a:xfrm>
            <a:off x="4476324" y="3830203"/>
            <a:ext cx="41800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954375" y="1149909"/>
            <a:ext cx="371852" cy="330835"/>
            <a:chOff x="840971" y="973721"/>
            <a:chExt cx="371852" cy="330835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907472" y="1061881"/>
              <a:ext cx="30535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D22B5FB-D0D7-4B4A-9750-083A7EA32311}"/>
                </a:ext>
              </a:extLst>
            </p:cNvPr>
            <p:cNvSpPr/>
            <p:nvPr/>
          </p:nvSpPr>
          <p:spPr>
            <a:xfrm rot="10800000">
              <a:off x="840971" y="973721"/>
              <a:ext cx="371852" cy="3308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8DE8743-71B1-4D18-A11F-6E5E239C3121}"/>
              </a:ext>
            </a:extLst>
          </p:cNvPr>
          <p:cNvGrpSpPr/>
          <p:nvPr/>
        </p:nvGrpSpPr>
        <p:grpSpPr>
          <a:xfrm>
            <a:off x="6015500" y="1497327"/>
            <a:ext cx="3366310" cy="622433"/>
            <a:chOff x="6015500" y="1497327"/>
            <a:chExt cx="3366310" cy="622433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7220552" y="1546494"/>
              <a:ext cx="42170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ko-KR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5CF443-07D6-4C1E-B6F1-C82EAEC9C3FA}"/>
                </a:ext>
              </a:extLst>
            </p:cNvPr>
            <p:cNvGrpSpPr/>
            <p:nvPr/>
          </p:nvGrpSpPr>
          <p:grpSpPr>
            <a:xfrm>
              <a:off x="6015500" y="1497327"/>
              <a:ext cx="3366310" cy="622433"/>
              <a:chOff x="6015500" y="1497327"/>
              <a:chExt cx="3366310" cy="622433"/>
            </a:xfrm>
          </p:grpSpPr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CA8A9730-0AE3-4CD3-A5B7-57A8021F06FC}"/>
                  </a:ext>
                </a:extLst>
              </p:cNvPr>
              <p:cNvGrpSpPr/>
              <p:nvPr/>
            </p:nvGrpSpPr>
            <p:grpSpPr>
              <a:xfrm rot="10800000">
                <a:off x="8000748" y="1497327"/>
                <a:ext cx="545403" cy="611580"/>
                <a:chOff x="5397336" y="3853545"/>
                <a:chExt cx="676894" cy="611580"/>
              </a:xfrm>
            </p:grpSpPr>
            <p:sp>
              <p:nvSpPr>
                <p:cNvPr id="100" name="직사각형 99">
                  <a:extLst>
                    <a:ext uri="{FF2B5EF4-FFF2-40B4-BE49-F238E27FC236}">
                      <a16:creationId xmlns:a16="http://schemas.microsoft.com/office/drawing/2014/main" id="{C7B80802-7DAE-4ED1-936B-363B1EE6CB7A}"/>
                    </a:ext>
                  </a:extLst>
                </p:cNvPr>
                <p:cNvSpPr/>
                <p:nvPr/>
              </p:nvSpPr>
              <p:spPr>
                <a:xfrm>
                  <a:off x="5397336" y="3853545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5D64ED1-BBBD-4C04-8E25-FADB2C373F61}"/>
                    </a:ext>
                  </a:extLst>
                </p:cNvPr>
                <p:cNvSpPr txBox="1"/>
                <p:nvPr/>
              </p:nvSpPr>
              <p:spPr>
                <a:xfrm rot="10800000">
                  <a:off x="5460085" y="4025371"/>
                  <a:ext cx="537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B2CBDA0E-CD0C-4ABE-8E67-735CC805948E}"/>
                  </a:ext>
                </a:extLst>
              </p:cNvPr>
              <p:cNvGrpSpPr/>
              <p:nvPr/>
            </p:nvGrpSpPr>
            <p:grpSpPr>
              <a:xfrm rot="10800000">
                <a:off x="6015500" y="1508180"/>
                <a:ext cx="566706" cy="611580"/>
                <a:chOff x="6291166" y="3858081"/>
                <a:chExt cx="703333" cy="611580"/>
              </a:xfrm>
            </p:grpSpPr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E708AB48-05D7-4B94-9FA1-5273E6D14FF3}"/>
                    </a:ext>
                  </a:extLst>
                </p:cNvPr>
                <p:cNvSpPr/>
                <p:nvPr/>
              </p:nvSpPr>
              <p:spPr>
                <a:xfrm>
                  <a:off x="6291166" y="3858081"/>
                  <a:ext cx="676894" cy="61158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6848DE7-6B40-411F-9374-C45A37BF4EED}"/>
                    </a:ext>
                  </a:extLst>
                </p:cNvPr>
                <p:cNvSpPr txBox="1"/>
                <p:nvPr/>
              </p:nvSpPr>
              <p:spPr>
                <a:xfrm rot="10800000">
                  <a:off x="6295902" y="4020835"/>
                  <a:ext cx="69859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endParaRPr lang="ko-KR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41" name="직선 화살표 연결선 140">
                <a:extLst>
                  <a:ext uri="{FF2B5EF4-FFF2-40B4-BE49-F238E27FC236}">
                    <a16:creationId xmlns:a16="http://schemas.microsoft.com/office/drawing/2014/main" id="{5B4FF73A-D815-405F-861C-2E6ACCC93FA9}"/>
                  </a:ext>
                </a:extLst>
              </p:cNvPr>
              <p:cNvCxnSpPr>
                <a:cxnSpLocks/>
                <a:stCxn id="112" idx="1"/>
                <a:endCxn id="100" idx="3"/>
              </p:cNvCxnSpPr>
              <p:nvPr/>
            </p:nvCxnSpPr>
            <p:spPr>
              <a:xfrm flipV="1">
                <a:off x="6582206" y="1803117"/>
                <a:ext cx="1418542" cy="10853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8" name="그룹 67"/>
              <p:cNvGrpSpPr/>
              <p:nvPr/>
            </p:nvGrpSpPr>
            <p:grpSpPr>
              <a:xfrm>
                <a:off x="8778294" y="1630836"/>
                <a:ext cx="603516" cy="326157"/>
                <a:chOff x="840970" y="973719"/>
                <a:chExt cx="603516" cy="326157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35D30FA-F1D5-4633-86DE-741EE4A11A80}"/>
                    </a:ext>
                  </a:extLst>
                </p:cNvPr>
                <p:cNvSpPr txBox="1"/>
                <p:nvPr/>
              </p:nvSpPr>
              <p:spPr>
                <a:xfrm>
                  <a:off x="899083" y="1045103"/>
                  <a:ext cx="545403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error</a:t>
                  </a:r>
                  <a:endParaRPr lang="ko-KR" altLang="en-US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BD22B5FB-D0D7-4B4A-9750-083A7EA32311}"/>
                    </a:ext>
                  </a:extLst>
                </p:cNvPr>
                <p:cNvSpPr/>
                <p:nvPr/>
              </p:nvSpPr>
              <p:spPr>
                <a:xfrm rot="10800000">
                  <a:off x="840970" y="973719"/>
                  <a:ext cx="416040" cy="3261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/>
                </a:p>
              </p:txBody>
            </p:sp>
          </p:grpSp>
          <p:cxnSp>
            <p:nvCxnSpPr>
              <p:cNvPr id="71" name="직선 화살표 연결선 70">
                <a:extLst>
                  <a:ext uri="{FF2B5EF4-FFF2-40B4-BE49-F238E27FC236}">
                    <a16:creationId xmlns:a16="http://schemas.microsoft.com/office/drawing/2014/main" id="{5BB7034A-20B1-4779-84EF-F00210D2731A}"/>
                  </a:ext>
                </a:extLst>
              </p:cNvPr>
              <p:cNvCxnSpPr>
                <a:cxnSpLocks/>
                <a:endCxn id="100" idx="1"/>
              </p:cNvCxnSpPr>
              <p:nvPr/>
            </p:nvCxnSpPr>
            <p:spPr>
              <a:xfrm flipH="1">
                <a:off x="8546151" y="1803117"/>
                <a:ext cx="231918" cy="0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2" name="그룹 71"/>
          <p:cNvGrpSpPr/>
          <p:nvPr/>
        </p:nvGrpSpPr>
        <p:grpSpPr>
          <a:xfrm>
            <a:off x="2366395" y="1158241"/>
            <a:ext cx="371852" cy="330835"/>
            <a:chOff x="840971" y="973721"/>
            <a:chExt cx="371852" cy="33083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907472" y="1061881"/>
              <a:ext cx="30535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BD22B5FB-D0D7-4B4A-9750-083A7EA32311}"/>
                </a:ext>
              </a:extLst>
            </p:cNvPr>
            <p:cNvSpPr/>
            <p:nvPr/>
          </p:nvSpPr>
          <p:spPr>
            <a:xfrm rot="10800000">
              <a:off x="840971" y="973721"/>
              <a:ext cx="371852" cy="3308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BB7034A-20B1-4779-84EF-F00210D2731A}"/>
              </a:ext>
            </a:extLst>
          </p:cNvPr>
          <p:cNvCxnSpPr>
            <a:stCxn id="74" idx="0"/>
          </p:cNvCxnSpPr>
          <p:nvPr/>
        </p:nvCxnSpPr>
        <p:spPr>
          <a:xfrm flipH="1">
            <a:off x="2545830" y="1489076"/>
            <a:ext cx="6491" cy="258025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6" name="그룹 75"/>
          <p:cNvGrpSpPr/>
          <p:nvPr/>
        </p:nvGrpSpPr>
        <p:grpSpPr>
          <a:xfrm>
            <a:off x="3133732" y="1137659"/>
            <a:ext cx="371852" cy="330835"/>
            <a:chOff x="840971" y="973721"/>
            <a:chExt cx="371852" cy="330835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907472" y="1061881"/>
              <a:ext cx="30535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D22B5FB-D0D7-4B4A-9750-083A7EA32311}"/>
                </a:ext>
              </a:extLst>
            </p:cNvPr>
            <p:cNvSpPr/>
            <p:nvPr/>
          </p:nvSpPr>
          <p:spPr>
            <a:xfrm rot="10800000">
              <a:off x="840971" y="973721"/>
              <a:ext cx="371852" cy="3308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5BB7034A-20B1-4779-84EF-F00210D2731A}"/>
              </a:ext>
            </a:extLst>
          </p:cNvPr>
          <p:cNvCxnSpPr>
            <a:stCxn id="78" idx="0"/>
          </p:cNvCxnSpPr>
          <p:nvPr/>
        </p:nvCxnSpPr>
        <p:spPr>
          <a:xfrm flipH="1">
            <a:off x="3313167" y="1468494"/>
            <a:ext cx="6491" cy="258025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1" name="그룹 80"/>
          <p:cNvGrpSpPr/>
          <p:nvPr/>
        </p:nvGrpSpPr>
        <p:grpSpPr>
          <a:xfrm>
            <a:off x="3877565" y="1146768"/>
            <a:ext cx="371852" cy="330835"/>
            <a:chOff x="840971" y="973721"/>
            <a:chExt cx="371852" cy="330835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907472" y="1061881"/>
              <a:ext cx="30535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D22B5FB-D0D7-4B4A-9750-083A7EA32311}"/>
                </a:ext>
              </a:extLst>
            </p:cNvPr>
            <p:cNvSpPr/>
            <p:nvPr/>
          </p:nvSpPr>
          <p:spPr>
            <a:xfrm rot="10800000">
              <a:off x="840971" y="973721"/>
              <a:ext cx="371852" cy="3308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BB7034A-20B1-4779-84EF-F00210D2731A}"/>
              </a:ext>
            </a:extLst>
          </p:cNvPr>
          <p:cNvCxnSpPr>
            <a:stCxn id="83" idx="0"/>
          </p:cNvCxnSpPr>
          <p:nvPr/>
        </p:nvCxnSpPr>
        <p:spPr>
          <a:xfrm flipH="1">
            <a:off x="4057000" y="1477603"/>
            <a:ext cx="6491" cy="258025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624167" y="1156349"/>
            <a:ext cx="371852" cy="330835"/>
            <a:chOff x="840971" y="973721"/>
            <a:chExt cx="371852" cy="330835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35D30FA-F1D5-4633-86DE-741EE4A11A80}"/>
                </a:ext>
              </a:extLst>
            </p:cNvPr>
            <p:cNvSpPr txBox="1"/>
            <p:nvPr/>
          </p:nvSpPr>
          <p:spPr>
            <a:xfrm>
              <a:off x="907472" y="1061881"/>
              <a:ext cx="30535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BD22B5FB-D0D7-4B4A-9750-083A7EA32311}"/>
                </a:ext>
              </a:extLst>
            </p:cNvPr>
            <p:cNvSpPr/>
            <p:nvPr/>
          </p:nvSpPr>
          <p:spPr>
            <a:xfrm rot="10800000">
              <a:off x="840971" y="973721"/>
              <a:ext cx="371852" cy="3308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5BB7034A-20B1-4779-84EF-F00210D2731A}"/>
              </a:ext>
            </a:extLst>
          </p:cNvPr>
          <p:cNvCxnSpPr>
            <a:stCxn id="96" idx="0"/>
          </p:cNvCxnSpPr>
          <p:nvPr/>
        </p:nvCxnSpPr>
        <p:spPr>
          <a:xfrm flipH="1">
            <a:off x="4803602" y="1487184"/>
            <a:ext cx="6491" cy="258025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57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97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Cambria Math</vt:lpstr>
      <vt:lpstr>Times New Roman</vt:lpstr>
      <vt:lpstr>Office 테마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Lee, Sooyong</cp:lastModifiedBy>
  <cp:revision>45</cp:revision>
  <dcterms:created xsi:type="dcterms:W3CDTF">2020-08-20T22:43:03Z</dcterms:created>
  <dcterms:modified xsi:type="dcterms:W3CDTF">2021-05-07T23:49:25Z</dcterms:modified>
</cp:coreProperties>
</file>